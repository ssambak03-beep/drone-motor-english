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9ce7cf69894339" /><Relationship Type="http://schemas.openxmlformats.org/officeDocument/2006/relationships/extended-properties" Target="/docProps/app.xml" Id="R6b23b4095fb54783" /><Relationship Type="http://schemas.openxmlformats.org/officeDocument/2006/relationships/officeDocument" Target="/ppt/presentation.xml" Id="Re97060d8310a44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5f13b0414648be"/>
  </p:sldMasterIdLst>
  <p:notesMasterIdLst>
    <p:notesMasterId xmlns:r="http://schemas.openxmlformats.org/officeDocument/2006/relationships" r:id="Ra07930413eee4ba8"/>
  </p:notesMasterIdLst>
  <p:sldIdLst>
    <p:sldId xmlns:r="http://schemas.openxmlformats.org/officeDocument/2006/relationships" id="256" r:id="R0df381c7d08b4900"/>
    <p:sldId xmlns:r="http://schemas.openxmlformats.org/officeDocument/2006/relationships" id="257" r:id="R39985a90c29f4d44"/>
    <p:sldId xmlns:r="http://schemas.openxmlformats.org/officeDocument/2006/relationships" id="258" r:id="Raf4785ba031f411e"/>
    <p:sldId xmlns:r="http://schemas.openxmlformats.org/officeDocument/2006/relationships" id="259" r:id="R286f3be211c1473f"/>
    <p:sldId xmlns:r="http://schemas.openxmlformats.org/officeDocument/2006/relationships" id="260" r:id="R4829969ff1954df0"/>
    <p:sldId xmlns:r="http://schemas.openxmlformats.org/officeDocument/2006/relationships" id="261" r:id="Rc69fe76ef7f84b83"/>
    <p:sldId xmlns:r="http://schemas.openxmlformats.org/officeDocument/2006/relationships" id="262" r:id="R77dd347d04dd4247"/>
    <p:sldId xmlns:r="http://schemas.openxmlformats.org/officeDocument/2006/relationships" id="263" r:id="Rf2125dcf2dd94091"/>
    <p:sldId xmlns:r="http://schemas.openxmlformats.org/officeDocument/2006/relationships" id="264" r:id="Rbf7bb9973ed5418c"/>
    <p:sldId xmlns:r="http://schemas.openxmlformats.org/officeDocument/2006/relationships" id="265" r:id="R1be59d487aee48ab"/>
    <p:sldId xmlns:r="http://schemas.openxmlformats.org/officeDocument/2006/relationships" id="266" r:id="Rdcc4fa5f7e0d4ab7"/>
    <p:sldId xmlns:r="http://schemas.openxmlformats.org/officeDocument/2006/relationships" id="267" r:id="Rce55191ca1de4e4f"/>
    <p:sldId xmlns:r="http://schemas.openxmlformats.org/officeDocument/2006/relationships" id="268" r:id="R093f708d7ddc484e"/>
    <p:sldId xmlns:r="http://schemas.openxmlformats.org/officeDocument/2006/relationships" id="269" r:id="Rb9db6cc86b38415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eff9a48f8f4824" /><Relationship Type="http://schemas.openxmlformats.org/officeDocument/2006/relationships/slideMaster" Target="/ppt/slideMasters/slideMaster1.xml" Id="R585f13b0414648be" /><Relationship Type="http://schemas.openxmlformats.org/officeDocument/2006/relationships/notesMaster" Target="/ppt/notesMasters/notesMaster1.xml" Id="Ra07930413eee4ba8" /><Relationship Type="http://schemas.openxmlformats.org/officeDocument/2006/relationships/presProps" Target="/ppt/presProps.xml" Id="R79e2bffd9ba54dca" /><Relationship Type="http://schemas.openxmlformats.org/officeDocument/2006/relationships/tableStyles" Target="/ppt/tableStyles.xml" Id="R3aa3adb7c42640d7" /><Relationship Type="http://schemas.openxmlformats.org/officeDocument/2006/relationships/slide" Target="/ppt/slides/slide1.xml" Id="R0df381c7d08b4900" /><Relationship Type="http://schemas.openxmlformats.org/officeDocument/2006/relationships/slide" Target="/ppt/slides/slide2.xml" Id="R39985a90c29f4d44" /><Relationship Type="http://schemas.openxmlformats.org/officeDocument/2006/relationships/slide" Target="/ppt/slides/slide3.xml" Id="Raf4785ba031f411e" /><Relationship Type="http://schemas.openxmlformats.org/officeDocument/2006/relationships/slide" Target="/ppt/slides/slide4.xml" Id="R286f3be211c1473f" /><Relationship Type="http://schemas.openxmlformats.org/officeDocument/2006/relationships/slide" Target="/ppt/slides/slide5.xml" Id="R4829969ff1954df0" /><Relationship Type="http://schemas.openxmlformats.org/officeDocument/2006/relationships/slide" Target="/ppt/slides/slide6.xml" Id="Rc69fe76ef7f84b83" /><Relationship Type="http://schemas.openxmlformats.org/officeDocument/2006/relationships/slide" Target="/ppt/slides/slide7.xml" Id="R77dd347d04dd4247" /><Relationship Type="http://schemas.openxmlformats.org/officeDocument/2006/relationships/slide" Target="/ppt/slides/slide8.xml" Id="Rf2125dcf2dd94091" /><Relationship Type="http://schemas.openxmlformats.org/officeDocument/2006/relationships/slide" Target="/ppt/slides/slide9.xml" Id="Rbf7bb9973ed5418c" /><Relationship Type="http://schemas.openxmlformats.org/officeDocument/2006/relationships/slide" Target="/ppt/slides/slide10.xml" Id="R1be59d487aee48ab" /><Relationship Type="http://schemas.openxmlformats.org/officeDocument/2006/relationships/slide" Target="/ppt/slides/slide11.xml" Id="Rdcc4fa5f7e0d4ab7" /><Relationship Type="http://schemas.openxmlformats.org/officeDocument/2006/relationships/slide" Target="/ppt/slides/slide12.xml" Id="Rce55191ca1de4e4f" /><Relationship Type="http://schemas.openxmlformats.org/officeDocument/2006/relationships/slide" Target="/ppt/slides/slide13.xml" Id="R093f708d7ddc484e" /><Relationship Type="http://schemas.openxmlformats.org/officeDocument/2006/relationships/slide" Target="/ppt/slides/slide14.xml" Id="Rb9db6cc86b3841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3d87e8b3c346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66352c9f3a4dcc" /><Relationship Type="http://schemas.openxmlformats.org/officeDocument/2006/relationships/notesMaster" Target="/ppt/notesMasters/notesMaster1.xml" Id="R7809dfe9c4b645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e736ce22634da3" /><Relationship Type="http://schemas.openxmlformats.org/officeDocument/2006/relationships/notesMaster" Target="/ppt/notesMasters/notesMaster1.xml" Id="Rd974fa5f8f0c42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c1f54b58d1414e" /><Relationship Type="http://schemas.openxmlformats.org/officeDocument/2006/relationships/notesMaster" Target="/ppt/notesMasters/notesMaster1.xml" Id="R6f6b53c91eb240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8eb3106bef4743" /><Relationship Type="http://schemas.openxmlformats.org/officeDocument/2006/relationships/notesMaster" Target="/ppt/notesMasters/notesMaster1.xml" Id="Rdcc80e061d564c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4f3b9205c845c6" /><Relationship Type="http://schemas.openxmlformats.org/officeDocument/2006/relationships/notesMaster" Target="/ppt/notesMasters/notesMaster1.xml" Id="R00270242b23546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676ffa9e49414e" /><Relationship Type="http://schemas.openxmlformats.org/officeDocument/2006/relationships/notesMaster" Target="/ppt/notesMasters/notesMaster1.xml" Id="Rb34967d3a4994b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0182c0e34a41b2" /><Relationship Type="http://schemas.openxmlformats.org/officeDocument/2006/relationships/notesMaster" Target="/ppt/notesMasters/notesMaster1.xml" Id="R9b207498d6e14d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ed2ac8c4894368" /><Relationship Type="http://schemas.openxmlformats.org/officeDocument/2006/relationships/notesMaster" Target="/ppt/notesMasters/notesMaster1.xml" Id="Reb7d502aa0634b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752eb775874903" /><Relationship Type="http://schemas.openxmlformats.org/officeDocument/2006/relationships/notesMaster" Target="/ppt/notesMasters/notesMaster1.xml" Id="R4deebff1022846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ca859df7224ac2" /><Relationship Type="http://schemas.openxmlformats.org/officeDocument/2006/relationships/notesMaster" Target="/ppt/notesMasters/notesMaster1.xml" Id="R345ee72644404f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1eaf11c50846ce" /><Relationship Type="http://schemas.openxmlformats.org/officeDocument/2006/relationships/notesMaster" Target="/ppt/notesMasters/notesMaster1.xml" Id="R1e7dc7fbeef64e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0ba9ddd4ad4142" /><Relationship Type="http://schemas.openxmlformats.org/officeDocument/2006/relationships/notesMaster" Target="/ppt/notesMasters/notesMaster1.xml" Id="R5f2abc13e2e44b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e94d2badb14418" /><Relationship Type="http://schemas.openxmlformats.org/officeDocument/2006/relationships/notesMaster" Target="/ppt/notesMasters/notesMaster1.xml" Id="Rf3a508cc71a646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ded22de3f97450b" /><Relationship Type="http://schemas.openxmlformats.org/officeDocument/2006/relationships/notesMaster" Target="/ppt/notesMasters/notesMaster1.xml" Id="Rde511af5b4d34c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833b6278549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5c5bd2c714492e" /><Relationship Type="http://schemas.openxmlformats.org/officeDocument/2006/relationships/slideLayout" Target="/ppt/slideLayouts/slideLayout1.xml" Id="R86c38704280246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c38704280246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02a6b7eea4a7c" /><Relationship Type="http://schemas.openxmlformats.org/officeDocument/2006/relationships/notesSlide" Target="/ppt/notesSlides/notesSlide1.xml" Id="R9bac13db2c354e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e4c2e3a6245c1" /><Relationship Type="http://schemas.openxmlformats.org/officeDocument/2006/relationships/notesSlide" Target="/ppt/notesSlides/notesSlide2.xml" Id="R9678adb20a0a4b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022f635c34e99" /><Relationship Type="http://schemas.openxmlformats.org/officeDocument/2006/relationships/notesSlide" Target="/ppt/notesSlides/notesSlide3.xml" Id="R8e3d7a2b91d14c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c5be8555d4518" /><Relationship Type="http://schemas.openxmlformats.org/officeDocument/2006/relationships/notesSlide" Target="/ppt/notesSlides/notesSlide4.xml" Id="R9f8c66d72c0248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0664833ed4ad4" /><Relationship Type="http://schemas.openxmlformats.org/officeDocument/2006/relationships/notesSlide" Target="/ppt/notesSlides/notesSlide5.xml" Id="Rd54ec26f4cc048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c63804b064fac" /><Relationship Type="http://schemas.openxmlformats.org/officeDocument/2006/relationships/notesSlide" Target="/ppt/notesSlides/notesSlide6.xml" Id="Rb59c24ff05964a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fd5784bf44831" /><Relationship Type="http://schemas.openxmlformats.org/officeDocument/2006/relationships/notesSlide" Target="/ppt/notesSlides/notesSlide7.xml" Id="R8118eda67d0648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3334debbf4912" /><Relationship Type="http://schemas.openxmlformats.org/officeDocument/2006/relationships/notesSlide" Target="/ppt/notesSlides/notesSlide8.xml" Id="R5544bdcb822640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1eda51cbb4be0" /><Relationship Type="http://schemas.openxmlformats.org/officeDocument/2006/relationships/notesSlide" Target="/ppt/notesSlides/notesSlide9.xml" Id="R89552ba2867c4d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ea6f603f240f7" /><Relationship Type="http://schemas.openxmlformats.org/officeDocument/2006/relationships/notesSlide" Target="/ppt/notesSlides/notesSlide10.xml" Id="R025d05b31a9346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bbb3568044978" /><Relationship Type="http://schemas.openxmlformats.org/officeDocument/2006/relationships/notesSlide" Target="/ppt/notesSlides/notesSlide11.xml" Id="R7f70bcd5325948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1cce3a8404897" /><Relationship Type="http://schemas.openxmlformats.org/officeDocument/2006/relationships/notesSlide" Target="/ppt/notesSlides/notesSlide12.xml" Id="R13d7ba52b1374b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52a8fee044ee1" /><Relationship Type="http://schemas.openxmlformats.org/officeDocument/2006/relationships/notesSlide" Target="/ppt/notesSlides/notesSlide13.xml" Id="R1f9527e1efc142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2be4e89f74a93" /><Relationship Type="http://schemas.openxmlformats.org/officeDocument/2006/relationships/notesSlide" Target="/ppt/notesSlides/notesSlide14.xml" Id="R7d5f0c8063f548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181050B-0D59-4F72-9F9A-BEE5730C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DRONE MOTOR ENGLISH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ADBEF07-4872-40F7-A59D-25D4F3FC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62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영어 카드 업로드용 PPT 양식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2E07C52-50ED-4216-8E0D-277CE931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드론용 모터 영업, 기술 미팅, 고객 질문 답변 문장을 한 장씩 정리하는 템플릿</a:t>
            </a:r>
          </a:p>
        </p:txBody>
      </p:sp>
      <p:sp>
        <p:nvSpPr>
          <p:cNvPr id="4" name="cover-panel">
            <a:extLst xmlns:a="http://schemas.openxmlformats.org/drawingml/2006/main">
              <a:ext uri="{FF2B5EF4-FFF2-40B4-BE49-F238E27FC236}">
                <a16:creationId xmlns:a16="http://schemas.microsoft.com/office/drawing/2014/main" id="{4FD9A141-ECA9-4CA4-9B7B-927E3308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047750"/>
            <a:ext cx="2857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cover-card-tag">
            <a:extLst xmlns:a="http://schemas.openxmlformats.org/drawingml/2006/main">
              <a:ext uri="{FF2B5EF4-FFF2-40B4-BE49-F238E27FC236}">
                <a16:creationId xmlns:a16="http://schemas.microsoft.com/office/drawing/2014/main" id="{1DAD3D3D-89F2-49C1-B7F5-5159B480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4287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[CARD]</a:t>
            </a:r>
          </a:p>
          <a:p xmlns:a="http://schemas.openxmlformats.org/drawingml/2006/main">
            <a:pPr algn="l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6" name="cover-fields">
            <a:extLst xmlns:a="http://schemas.openxmlformats.org/drawingml/2006/main">
              <a:ext uri="{FF2B5EF4-FFF2-40B4-BE49-F238E27FC236}">
                <a16:creationId xmlns:a16="http://schemas.microsoft.com/office/drawing/2014/main" id="{44F25CE8-4D53-48E7-9C84-A6758E5F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43150"/>
            <a:ext cx="2095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[CATEGORY]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Sales pitch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[KOREAN]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한국어 문장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[ENGLISH]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English sentence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[NOTE]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When to use it</a:t>
            </a:r>
          </a:p>
        </p:txBody>
      </p:sp>
      <p:sp>
        <p:nvSpPr>
          <p:cNvPr id="7" name="cover-rule">
            <a:extLst xmlns:a="http://schemas.openxmlformats.org/drawingml/2006/main">
              <a:ext uri="{FF2B5EF4-FFF2-40B4-BE49-F238E27FC236}">
                <a16:creationId xmlns:a16="http://schemas.microsoft.com/office/drawing/2014/main" id="{EFF3027C-4E24-402A-8B79-D5B2F102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8" name="cover-date">
            <a:extLst xmlns:a="http://schemas.openxmlformats.org/drawingml/2006/main">
              <a:ext uri="{FF2B5EF4-FFF2-40B4-BE49-F238E27FC236}">
                <a16:creationId xmlns:a16="http://schemas.microsoft.com/office/drawing/2014/main" id="{2C11DF96-E2A7-4C84-9431-9E94FD6C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One slide becomes one practice card</a:t>
            </a:r>
          </a:p>
        </p:txBody>
      </p:sp>
      <p:sp>
        <p:nvSpPr>
          <p:cNvPr id="9" name="footer-1">
            <a:extLst xmlns:a="http://schemas.openxmlformats.org/drawingml/2006/main">
              <a:ext uri="{FF2B5EF4-FFF2-40B4-BE49-F238E27FC236}">
                <a16:creationId xmlns:a16="http://schemas.microsoft.com/office/drawing/2014/main" id="{F5292885-5AAC-4C41-A253-19BD0082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PPT card upload template</a:t>
            </a:r>
          </a:p>
        </p:txBody>
      </p:sp>
      <p:sp>
        <p:nvSpPr>
          <p:cNvPr id="10" name="page-1">
            <a:extLst xmlns:a="http://schemas.openxmlformats.org/drawingml/2006/main">
              <a:ext uri="{FF2B5EF4-FFF2-40B4-BE49-F238E27FC236}">
                <a16:creationId xmlns:a16="http://schemas.microsoft.com/office/drawing/2014/main" id="{9C19B03B-97B3-40E6-A5F2-6FEF0B3A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242017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B29A9B0-594C-41A8-8CF4-0C901BD4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DRONE MOTOR ENGLISH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3A27EDA-688C-44A9-B503-598C021C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이 양식은 한 슬라이드를 카드 한 장으로 읽습니다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4742BF1-662B-4348-9668-13EC5AD9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tep-box-0">
            <a:extLst xmlns:a="http://schemas.openxmlformats.org/drawingml/2006/main">
              <a:ext uri="{FF2B5EF4-FFF2-40B4-BE49-F238E27FC236}">
                <a16:creationId xmlns:a16="http://schemas.microsoft.com/office/drawing/2014/main" id="{3C810360-046B-4D8E-8CC5-479B307B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32004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step-no-0">
            <a:extLst xmlns:a="http://schemas.openxmlformats.org/drawingml/2006/main">
              <a:ext uri="{FF2B5EF4-FFF2-40B4-BE49-F238E27FC236}">
                <a16:creationId xmlns:a16="http://schemas.microsoft.com/office/drawing/2014/main" id="{F794E4E1-5DB1-4668-8B7A-B6C26B73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CEC533DE-C454-424C-B32C-6F5A5943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작성</a:t>
            </a:r>
          </a:p>
        </p:txBody>
      </p:sp>
      <p:sp>
        <p:nvSpPr>
          <p:cNvPr id="7" name="step-body-0">
            <a:extLst xmlns:a="http://schemas.openxmlformats.org/drawingml/2006/main">
              <a:ext uri="{FF2B5EF4-FFF2-40B4-BE49-F238E27FC236}">
                <a16:creationId xmlns:a16="http://schemas.microsoft.com/office/drawing/2014/main" id="{8DA1979D-73E4-4CAB-974E-E40A9F86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카드 슬라이드의 고정 라벨은 그대로 두고, 아래 내용만 바꿉니다.</a:t>
            </a:r>
          </a:p>
        </p:txBody>
      </p:sp>
      <p:sp>
        <p:nvSpPr>
          <p:cNvPr id="8" name="step-box-1">
            <a:extLst xmlns:a="http://schemas.openxmlformats.org/drawingml/2006/main">
              <a:ext uri="{FF2B5EF4-FFF2-40B4-BE49-F238E27FC236}">
                <a16:creationId xmlns:a16="http://schemas.microsoft.com/office/drawing/2014/main" id="{3CF2E9CC-C445-4382-9368-61D72075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004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9" name="step-no-1">
            <a:extLst xmlns:a="http://schemas.openxmlformats.org/drawingml/2006/main">
              <a:ext uri="{FF2B5EF4-FFF2-40B4-BE49-F238E27FC236}">
                <a16:creationId xmlns:a16="http://schemas.microsoft.com/office/drawing/2014/main" id="{6FDF4FD5-1E08-4249-94AF-5EBC6425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003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BDF8BB1F-2C50-4AD8-8E05-990F049B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051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업로드</a:t>
            </a:r>
          </a:p>
        </p:txBody>
      </p:sp>
      <p:sp>
        <p:nvSpPr>
          <p:cNvPr id="11" name="step-body-1">
            <a:extLst xmlns:a="http://schemas.openxmlformats.org/drawingml/2006/main">
              <a:ext uri="{FF2B5EF4-FFF2-40B4-BE49-F238E27FC236}">
                <a16:creationId xmlns:a16="http://schemas.microsoft.com/office/drawing/2014/main" id="{44F611B1-B7A8-42E1-9B56-75B89055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385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PPT 파일을 프로그램에 올리면 [CARD] YES 슬라이드만 카드 후보가 됩니다.</a:t>
            </a:r>
          </a:p>
        </p:txBody>
      </p:sp>
      <p:sp>
        <p:nvSpPr>
          <p:cNvPr id="12" name="step-box-2">
            <a:extLst xmlns:a="http://schemas.openxmlformats.org/drawingml/2006/main">
              <a:ext uri="{FF2B5EF4-FFF2-40B4-BE49-F238E27FC236}">
                <a16:creationId xmlns:a16="http://schemas.microsoft.com/office/drawing/2014/main" id="{B528E1D6-85FB-4B23-BD90-A4908014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32004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step-no-2">
            <a:extLst xmlns:a="http://schemas.openxmlformats.org/drawingml/2006/main">
              <a:ext uri="{FF2B5EF4-FFF2-40B4-BE49-F238E27FC236}">
                <a16:creationId xmlns:a16="http://schemas.microsoft.com/office/drawing/2014/main" id="{511BA6A4-81F7-4078-9CC8-2B2C6E10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07CC0997-97F0-4711-876D-41E497F7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051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연습</a:t>
            </a:r>
          </a:p>
        </p:txBody>
      </p:sp>
      <p:sp>
        <p:nvSpPr>
          <p:cNvPr id="15" name="step-body-2">
            <a:extLst xmlns:a="http://schemas.openxmlformats.org/drawingml/2006/main">
              <a:ext uri="{FF2B5EF4-FFF2-40B4-BE49-F238E27FC236}">
                <a16:creationId xmlns:a16="http://schemas.microsoft.com/office/drawing/2014/main" id="{AA3244CC-9F2C-4BF8-AE6C-B382D7F0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385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가져온 문장을 검토한 뒤 매일 아침 30분 루틴에서 연습합니다.</a:t>
            </a:r>
          </a:p>
        </p:txBody>
      </p:sp>
      <p:sp>
        <p:nvSpPr>
          <p:cNvPr id="16" name="footer-2">
            <a:extLst xmlns:a="http://schemas.openxmlformats.org/drawingml/2006/main">
              <a:ext uri="{FF2B5EF4-FFF2-40B4-BE49-F238E27FC236}">
                <a16:creationId xmlns:a16="http://schemas.microsoft.com/office/drawing/2014/main" id="{A2EE13A1-7B1D-4BEF-83EF-0239BF8A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PPT card upload template</a:t>
            </a:r>
          </a:p>
        </p:txBody>
      </p:sp>
      <p:sp>
        <p:nvSpPr>
          <p:cNvPr id="17" name="page-2">
            <a:extLst xmlns:a="http://schemas.openxmlformats.org/drawingml/2006/main">
              <a:ext uri="{FF2B5EF4-FFF2-40B4-BE49-F238E27FC236}">
                <a16:creationId xmlns:a16="http://schemas.microsoft.com/office/drawing/2014/main" id="{77A02528-82E8-468F-A9A0-06C896F4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229926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E9EFF46-6CB1-49C1-BA92-783A9D08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DRONE MOTOR ENGLISH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14EB8D6-A954-4B64-8DE6-E1F65641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필드 이름은 그대로 두고 내용만 바꿔주세요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4FDA458-97B6-4D74-AB63-7078A54B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guide-row-0">
            <a:extLst xmlns:a="http://schemas.openxmlformats.org/drawingml/2006/main">
              <a:ext uri="{FF2B5EF4-FFF2-40B4-BE49-F238E27FC236}">
                <a16:creationId xmlns:a16="http://schemas.microsoft.com/office/drawing/2014/main" id="{89011B9A-0B06-47A7-B4B4-0E173CF0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guide-key-0">
            <a:extLst xmlns:a="http://schemas.openxmlformats.org/drawingml/2006/main">
              <a:ext uri="{FF2B5EF4-FFF2-40B4-BE49-F238E27FC236}">
                <a16:creationId xmlns:a16="http://schemas.microsoft.com/office/drawing/2014/main" id="{C252C817-FEF5-4557-A010-618C875B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907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[CARD]</a:t>
            </a:r>
          </a:p>
        </p:txBody>
      </p:sp>
      <p:sp>
        <p:nvSpPr>
          <p:cNvPr id="6" name="guide-role-0">
            <a:extLst xmlns:a="http://schemas.openxmlformats.org/drawingml/2006/main">
              <a:ext uri="{FF2B5EF4-FFF2-40B4-BE49-F238E27FC236}">
                <a16:creationId xmlns:a16="http://schemas.microsoft.com/office/drawing/2014/main" id="{09A90693-12BE-4998-9684-03AA4D8B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90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YES 또는 NO</a:t>
            </a:r>
          </a:p>
        </p:txBody>
      </p:sp>
      <p:sp>
        <p:nvSpPr>
          <p:cNvPr id="7" name="guide-desc-0">
            <a:extLst xmlns:a="http://schemas.openxmlformats.org/drawingml/2006/main">
              <a:ext uri="{FF2B5EF4-FFF2-40B4-BE49-F238E27FC236}">
                <a16:creationId xmlns:a16="http://schemas.microsoft.com/office/drawing/2014/main" id="{26B5F073-FC43-42B2-ABCC-C768296F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812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YES인 슬라이드만 카드로 가져옵니다. 예시와 설명은 NO로 둡니다.</a:t>
            </a:r>
          </a:p>
        </p:txBody>
      </p:sp>
      <p:sp>
        <p:nvSpPr>
          <p:cNvPr id="8" name="guide-row-1">
            <a:extLst xmlns:a="http://schemas.openxmlformats.org/drawingml/2006/main">
              <a:ext uri="{FF2B5EF4-FFF2-40B4-BE49-F238E27FC236}">
                <a16:creationId xmlns:a16="http://schemas.microsoft.com/office/drawing/2014/main" id="{80B7A50D-64DB-4EAE-B09D-A2784161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guide-key-1">
            <a:extLst xmlns:a="http://schemas.openxmlformats.org/drawingml/2006/main">
              <a:ext uri="{FF2B5EF4-FFF2-40B4-BE49-F238E27FC236}">
                <a16:creationId xmlns:a16="http://schemas.microsoft.com/office/drawing/2014/main" id="{03848873-9D26-4849-867D-128063D5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527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[CATEGORY]</a:t>
            </a:r>
          </a:p>
        </p:txBody>
      </p:sp>
      <p:sp>
        <p:nvSpPr>
          <p:cNvPr id="10" name="guide-role-1">
            <a:extLst xmlns:a="http://schemas.openxmlformats.org/drawingml/2006/main">
              <a:ext uri="{FF2B5EF4-FFF2-40B4-BE49-F238E27FC236}">
                <a16:creationId xmlns:a16="http://schemas.microsoft.com/office/drawing/2014/main" id="{F0B462C6-41A5-420F-B11E-A429DEEF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52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짧은 분류</a:t>
            </a:r>
          </a:p>
        </p:txBody>
      </p:sp>
      <p:sp>
        <p:nvSpPr>
          <p:cNvPr id="11" name="guide-desc-1">
            <a:extLst xmlns:a="http://schemas.openxmlformats.org/drawingml/2006/main">
              <a:ext uri="{FF2B5EF4-FFF2-40B4-BE49-F238E27FC236}">
                <a16:creationId xmlns:a16="http://schemas.microsoft.com/office/drawing/2014/main" id="{C9D62C22-04DA-4C22-AA5C-5D7143C5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432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Sales pitch, Heat, Integration처럼 미팅 상황을 짧게 적습니다.</a:t>
            </a:r>
          </a:p>
        </p:txBody>
      </p:sp>
      <p:sp>
        <p:nvSpPr>
          <p:cNvPr id="12" name="guide-row-2">
            <a:extLst xmlns:a="http://schemas.openxmlformats.org/drawingml/2006/main">
              <a:ext uri="{FF2B5EF4-FFF2-40B4-BE49-F238E27FC236}">
                <a16:creationId xmlns:a16="http://schemas.microsoft.com/office/drawing/2014/main" id="{A844F5AF-4364-4C58-B1DB-D5A74E73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guide-key-2">
            <a:extLst xmlns:a="http://schemas.openxmlformats.org/drawingml/2006/main">
              <a:ext uri="{FF2B5EF4-FFF2-40B4-BE49-F238E27FC236}">
                <a16:creationId xmlns:a16="http://schemas.microsoft.com/office/drawing/2014/main" id="{DE8E9892-0365-4FDE-B135-9638D232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147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[KOREAN]</a:t>
            </a:r>
          </a:p>
        </p:txBody>
      </p:sp>
      <p:sp>
        <p:nvSpPr>
          <p:cNvPr id="14" name="guide-role-2">
            <a:extLst xmlns:a="http://schemas.openxmlformats.org/drawingml/2006/main">
              <a:ext uri="{FF2B5EF4-FFF2-40B4-BE49-F238E27FC236}">
                <a16:creationId xmlns:a16="http://schemas.microsoft.com/office/drawing/2014/main" id="{2462EDED-48DA-4B8F-A82C-CC37E6C5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14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내가 실제로 하고 싶은 말</a:t>
            </a:r>
          </a:p>
        </p:txBody>
      </p:sp>
      <p:sp>
        <p:nvSpPr>
          <p:cNvPr id="15" name="guide-desc-2">
            <a:extLst xmlns:a="http://schemas.openxmlformats.org/drawingml/2006/main">
              <a:ext uri="{FF2B5EF4-FFF2-40B4-BE49-F238E27FC236}">
                <a16:creationId xmlns:a16="http://schemas.microsoft.com/office/drawing/2014/main" id="{B17031F6-F1AB-4082-B056-98403D87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052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한국어 문장은 내가 고객에게 말하고 싶은 뜻을 기준으로 씁니다.</a:t>
            </a:r>
          </a:p>
        </p:txBody>
      </p:sp>
      <p:sp>
        <p:nvSpPr>
          <p:cNvPr id="16" name="guide-row-3">
            <a:extLst xmlns:a="http://schemas.openxmlformats.org/drawingml/2006/main">
              <a:ext uri="{FF2B5EF4-FFF2-40B4-BE49-F238E27FC236}">
                <a16:creationId xmlns:a16="http://schemas.microsoft.com/office/drawing/2014/main" id="{7DBEEA5F-E648-4F72-AEED-C8B98BE9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guide-key-3">
            <a:extLst xmlns:a="http://schemas.openxmlformats.org/drawingml/2006/main">
              <a:ext uri="{FF2B5EF4-FFF2-40B4-BE49-F238E27FC236}">
                <a16:creationId xmlns:a16="http://schemas.microsoft.com/office/drawing/2014/main" id="{DDEEF6ED-0455-41EE-B2B8-7EBB64DF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767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[ENGLISH]</a:t>
            </a:r>
          </a:p>
        </p:txBody>
      </p:sp>
      <p:sp>
        <p:nvSpPr>
          <p:cNvPr id="18" name="guide-role-3">
            <a:extLst xmlns:a="http://schemas.openxmlformats.org/drawingml/2006/main">
              <a:ext uri="{FF2B5EF4-FFF2-40B4-BE49-F238E27FC236}">
                <a16:creationId xmlns:a16="http://schemas.microsoft.com/office/drawing/2014/main" id="{3EFC347A-04EA-4581-B19C-13D705EF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76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외울 영어 문장</a:t>
            </a:r>
          </a:p>
        </p:txBody>
      </p:sp>
      <p:sp>
        <p:nvSpPr>
          <p:cNvPr id="19" name="guide-desc-3">
            <a:extLst xmlns:a="http://schemas.openxmlformats.org/drawingml/2006/main">
              <a:ext uri="{FF2B5EF4-FFF2-40B4-BE49-F238E27FC236}">
                <a16:creationId xmlns:a16="http://schemas.microsoft.com/office/drawing/2014/main" id="{0AD21025-0474-49E2-AE33-360136E5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672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영어 문장은 한 번에 말할 수 있는 길이로 씁니다.</a:t>
            </a:r>
          </a:p>
        </p:txBody>
      </p:sp>
      <p:sp>
        <p:nvSpPr>
          <p:cNvPr id="20" name="guide-row-4">
            <a:extLst xmlns:a="http://schemas.openxmlformats.org/drawingml/2006/main">
              <a:ext uri="{FF2B5EF4-FFF2-40B4-BE49-F238E27FC236}">
                <a16:creationId xmlns:a16="http://schemas.microsoft.com/office/drawing/2014/main" id="{5BA7215E-92E3-4EA4-9752-1B0E71CB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guide-key-4">
            <a:extLst xmlns:a="http://schemas.openxmlformats.org/drawingml/2006/main">
              <a:ext uri="{FF2B5EF4-FFF2-40B4-BE49-F238E27FC236}">
                <a16:creationId xmlns:a16="http://schemas.microsoft.com/office/drawing/2014/main" id="{FF02DFAB-E83F-47EC-882D-50ADAE81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387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[NOTE]</a:t>
            </a:r>
          </a:p>
        </p:txBody>
      </p:sp>
      <p:sp>
        <p:nvSpPr>
          <p:cNvPr id="22" name="guide-role-4">
            <a:extLst xmlns:a="http://schemas.openxmlformats.org/drawingml/2006/main">
              <a:ext uri="{FF2B5EF4-FFF2-40B4-BE49-F238E27FC236}">
                <a16:creationId xmlns:a16="http://schemas.microsoft.com/office/drawing/2014/main" id="{C9EE740B-9607-4A71-A99A-A96C9CC8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38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선택 사항</a:t>
            </a:r>
          </a:p>
        </p:txBody>
      </p:sp>
      <p:sp>
        <p:nvSpPr>
          <p:cNvPr id="23" name="guide-desc-4">
            <a:extLst xmlns:a="http://schemas.openxmlformats.org/drawingml/2006/main">
              <a:ext uri="{FF2B5EF4-FFF2-40B4-BE49-F238E27FC236}">
                <a16:creationId xmlns:a16="http://schemas.microsoft.com/office/drawing/2014/main" id="{C5A3E77B-A125-4237-A219-054B95B0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292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언제 쓰는 표현인지, 발음 주의점, 다른 표현을 적습니다.</a:t>
            </a:r>
          </a:p>
        </p:txBody>
      </p:sp>
      <p:sp>
        <p:nvSpPr>
          <p:cNvPr id="24" name="footer-3">
            <a:extLst xmlns:a="http://schemas.openxmlformats.org/drawingml/2006/main">
              <a:ext uri="{FF2B5EF4-FFF2-40B4-BE49-F238E27FC236}">
                <a16:creationId xmlns:a16="http://schemas.microsoft.com/office/drawing/2014/main" id="{BFB09B6B-01B5-4AB4-87B7-4C5B8E89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PPT card upload template</a:t>
            </a:r>
          </a:p>
        </p:txBody>
      </p:sp>
      <p:sp>
        <p:nvSpPr>
          <p:cNvPr id="25" name="page-3">
            <a:extLst xmlns:a="http://schemas.openxmlformats.org/drawingml/2006/main">
              <a:ext uri="{FF2B5EF4-FFF2-40B4-BE49-F238E27FC236}">
                <a16:creationId xmlns:a16="http://schemas.microsoft.com/office/drawing/2014/main" id="{060E1941-624E-4360-9B6F-50FDF886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105033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C337078-CFDB-441D-B8E0-3A8A29A9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DRONE MOTOR ENGLISH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E2A8EDD-CED8-484A-9971-2B371849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카테고리는 실제 미팅 상황에 맞게 짧게 적습니다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D1065E3-AF94-4F59-834A-062E582F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cat-box-0">
            <a:extLst xmlns:a="http://schemas.openxmlformats.org/drawingml/2006/main">
              <a:ext uri="{FF2B5EF4-FFF2-40B4-BE49-F238E27FC236}">
                <a16:creationId xmlns:a16="http://schemas.microsoft.com/office/drawing/2014/main" id="{60315FF0-1613-48B6-85D2-7B28C6E8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686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cat-title-0">
            <a:extLst xmlns:a="http://schemas.openxmlformats.org/drawingml/2006/main">
              <a:ext uri="{FF2B5EF4-FFF2-40B4-BE49-F238E27FC236}">
                <a16:creationId xmlns:a16="http://schemas.microsoft.com/office/drawing/2014/main" id="{DDE8F1DA-C1D0-4B1B-9EF4-211CC389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19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Sales pitch</a:t>
            </a:r>
          </a:p>
        </p:txBody>
      </p:sp>
      <p:sp>
        <p:nvSpPr>
          <p:cNvPr id="6" name="cat-desc-0">
            <a:extLst xmlns:a="http://schemas.openxmlformats.org/drawingml/2006/main">
              <a:ext uri="{FF2B5EF4-FFF2-40B4-BE49-F238E27FC236}">
                <a16:creationId xmlns:a16="http://schemas.microsoft.com/office/drawing/2014/main" id="{4276AA42-7087-4E8E-8B1D-6BBB14E6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383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우리 모터의 강점 소개</a:t>
            </a:r>
          </a:p>
        </p:txBody>
      </p:sp>
      <p:sp>
        <p:nvSpPr>
          <p:cNvPr id="7" name="cat-box-1">
            <a:extLst xmlns:a="http://schemas.openxmlformats.org/drawingml/2006/main">
              <a:ext uri="{FF2B5EF4-FFF2-40B4-BE49-F238E27FC236}">
                <a16:creationId xmlns:a16="http://schemas.microsoft.com/office/drawing/2014/main" id="{EB165015-7B28-4D07-98A5-916C6D45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66900"/>
            <a:ext cx="4686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cat-title-1">
            <a:extLst xmlns:a="http://schemas.openxmlformats.org/drawingml/2006/main">
              <a:ext uri="{FF2B5EF4-FFF2-40B4-BE49-F238E27FC236}">
                <a16:creationId xmlns:a16="http://schemas.microsoft.com/office/drawing/2014/main" id="{D332D0ED-10F2-499F-B078-8FA8B3BC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19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Efficiency</a:t>
            </a:r>
          </a:p>
        </p:txBody>
      </p:sp>
      <p:sp>
        <p:nvSpPr>
          <p:cNvPr id="9" name="cat-desc-1">
            <a:extLst xmlns:a="http://schemas.openxmlformats.org/drawingml/2006/main">
              <a:ext uri="{FF2B5EF4-FFF2-40B4-BE49-F238E27FC236}">
                <a16:creationId xmlns:a16="http://schemas.microsoft.com/office/drawing/2014/main" id="{9B4294DE-FDD3-47B0-998B-C2352299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383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비행 시간과 전력 소모</a:t>
            </a:r>
          </a:p>
        </p:txBody>
      </p:sp>
      <p:sp>
        <p:nvSpPr>
          <p:cNvPr id="10" name="cat-box-2">
            <a:extLst xmlns:a="http://schemas.openxmlformats.org/drawingml/2006/main">
              <a:ext uri="{FF2B5EF4-FFF2-40B4-BE49-F238E27FC236}">
                <a16:creationId xmlns:a16="http://schemas.microsoft.com/office/drawing/2014/main" id="{A3C32140-E17E-4C6C-A71C-16AFAF0D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4686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cat-title-2">
            <a:extLst xmlns:a="http://schemas.openxmlformats.org/drawingml/2006/main">
              <a:ext uri="{FF2B5EF4-FFF2-40B4-BE49-F238E27FC236}">
                <a16:creationId xmlns:a16="http://schemas.microsoft.com/office/drawing/2014/main" id="{F9824820-4076-4D70-BBE1-B716C205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Thermal</a:t>
            </a:r>
          </a:p>
        </p:txBody>
      </p:sp>
      <p:sp>
        <p:nvSpPr>
          <p:cNvPr id="12" name="cat-desc-2">
            <a:extLst xmlns:a="http://schemas.openxmlformats.org/drawingml/2006/main">
              <a:ext uri="{FF2B5EF4-FFF2-40B4-BE49-F238E27FC236}">
                <a16:creationId xmlns:a16="http://schemas.microsoft.com/office/drawing/2014/main" id="{1F90D1C1-5ECA-4ADF-BBD1-199B2AFF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19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발열, 연속 운전, 안정성</a:t>
            </a:r>
          </a:p>
        </p:txBody>
      </p:sp>
      <p:sp>
        <p:nvSpPr>
          <p:cNvPr id="13" name="cat-box-3">
            <a:extLst xmlns:a="http://schemas.openxmlformats.org/drawingml/2006/main">
              <a:ext uri="{FF2B5EF4-FFF2-40B4-BE49-F238E27FC236}">
                <a16:creationId xmlns:a16="http://schemas.microsoft.com/office/drawing/2014/main" id="{0CF1F621-A416-424C-93DB-192F2BD6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48000"/>
            <a:ext cx="4686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cat-title-3">
            <a:extLst xmlns:a="http://schemas.openxmlformats.org/drawingml/2006/main">
              <a:ext uri="{FF2B5EF4-FFF2-40B4-BE49-F238E27FC236}">
                <a16:creationId xmlns:a16="http://schemas.microsoft.com/office/drawing/2014/main" id="{4CD2D83C-479F-4CAB-9250-82E7E40E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00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15" name="cat-desc-3">
            <a:extLst xmlns:a="http://schemas.openxmlformats.org/drawingml/2006/main">
              <a:ext uri="{FF2B5EF4-FFF2-40B4-BE49-F238E27FC236}">
                <a16:creationId xmlns:a16="http://schemas.microsoft.com/office/drawing/2014/main" id="{BB561140-E29E-4813-9841-ECE01705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ESC, 프로펠러, 기체 적용</a:t>
            </a:r>
          </a:p>
        </p:txBody>
      </p:sp>
      <p:sp>
        <p:nvSpPr>
          <p:cNvPr id="16" name="cat-box-4">
            <a:extLst xmlns:a="http://schemas.openxmlformats.org/drawingml/2006/main">
              <a:ext uri="{FF2B5EF4-FFF2-40B4-BE49-F238E27FC236}">
                <a16:creationId xmlns:a16="http://schemas.microsoft.com/office/drawing/2014/main" id="{91E655FB-A8FD-4767-9D14-9E21C1FF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4686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cat-title-4">
            <a:extLst xmlns:a="http://schemas.openxmlformats.org/drawingml/2006/main">
              <a:ext uri="{FF2B5EF4-FFF2-40B4-BE49-F238E27FC236}">
                <a16:creationId xmlns:a16="http://schemas.microsoft.com/office/drawing/2014/main" id="{A0DE075E-6EC0-4675-B5D4-532F17F2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81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Quality</a:t>
            </a:r>
          </a:p>
        </p:txBody>
      </p:sp>
      <p:sp>
        <p:nvSpPr>
          <p:cNvPr id="18" name="cat-desc-4">
            <a:extLst xmlns:a="http://schemas.openxmlformats.org/drawingml/2006/main">
              <a:ext uri="{FF2B5EF4-FFF2-40B4-BE49-F238E27FC236}">
                <a16:creationId xmlns:a16="http://schemas.microsoft.com/office/drawing/2014/main" id="{E01A6F15-BEFF-4437-B941-796F288F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00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검사, 생산, 신뢰성</a:t>
            </a:r>
          </a:p>
        </p:txBody>
      </p:sp>
      <p:sp>
        <p:nvSpPr>
          <p:cNvPr id="19" name="cat-box-5">
            <a:extLst xmlns:a="http://schemas.openxmlformats.org/drawingml/2006/main">
              <a:ext uri="{FF2B5EF4-FFF2-40B4-BE49-F238E27FC236}">
                <a16:creationId xmlns:a16="http://schemas.microsoft.com/office/drawing/2014/main" id="{E7D4EDD0-5C1F-47E2-8E5E-0F4264D4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29100"/>
            <a:ext cx="4686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cat-title-5">
            <a:extLst xmlns:a="http://schemas.openxmlformats.org/drawingml/2006/main">
              <a:ext uri="{FF2B5EF4-FFF2-40B4-BE49-F238E27FC236}">
                <a16:creationId xmlns:a16="http://schemas.microsoft.com/office/drawing/2014/main" id="{36FECF51-C7C6-4BA5-B4CE-9A02347A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81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Customer question</a:t>
            </a:r>
          </a:p>
        </p:txBody>
      </p:sp>
      <p:sp>
        <p:nvSpPr>
          <p:cNvPr id="21" name="cat-desc-5">
            <a:extLst xmlns:a="http://schemas.openxmlformats.org/drawingml/2006/main">
              <a:ext uri="{FF2B5EF4-FFF2-40B4-BE49-F238E27FC236}">
                <a16:creationId xmlns:a16="http://schemas.microsoft.com/office/drawing/2014/main" id="{680AEF2E-4922-4F6F-B019-20F47735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00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고객 질문에 답하기</a:t>
            </a:r>
          </a:p>
        </p:txBody>
      </p:sp>
      <p:sp>
        <p:nvSpPr>
          <p:cNvPr id="22" name="category-note">
            <a:extLst xmlns:a="http://schemas.openxmlformats.org/drawingml/2006/main">
              <a:ext uri="{FF2B5EF4-FFF2-40B4-BE49-F238E27FC236}">
                <a16:creationId xmlns:a16="http://schemas.microsoft.com/office/drawing/2014/main" id="{F400F506-6196-4C9B-AA15-45A1CE50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분류는 정답이 아니라 검색과 복습을 쉽게 하기 위한 이름입니다.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1FE979FF-46D2-40AC-83F5-DF4D834B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PPT card upload template</a:t>
            </a:r>
          </a:p>
        </p:txBody>
      </p:sp>
      <p:sp>
        <p:nvSpPr>
          <p:cNvPr id="24" name="page-4">
            <a:extLst xmlns:a="http://schemas.openxmlformats.org/drawingml/2006/main">
              <a:ext uri="{FF2B5EF4-FFF2-40B4-BE49-F238E27FC236}">
                <a16:creationId xmlns:a16="http://schemas.microsoft.com/office/drawing/2014/main" id="{3F26E57C-5E70-4E38-98CB-737922F5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563820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348A165-1169-458A-A42A-299BDDFA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DRONE MOTOR ENGLISH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AFDCA9F-E194-4A05-A78B-4AB445C5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카드 작성 슬라이드는 이 구조를 반복합니다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CE55AD9-865A-430F-B164-9D020178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structure-copy">
            <a:extLst xmlns:a="http://schemas.openxmlformats.org/drawingml/2006/main">
              <a:ext uri="{FF2B5EF4-FFF2-40B4-BE49-F238E27FC236}">
                <a16:creationId xmlns:a16="http://schemas.microsoft.com/office/drawing/2014/main" id="{E984761D-BA17-42FE-916F-64B95824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아래 구조를 복사해서 한 슬라이드에 한 문장씩 작성하면 됩니다. 긴 설명은 영어 카드보다 [NOTE]에 넣는 편이 연습하기 좋습니다.</a:t>
            </a:r>
          </a:p>
        </p:txBody>
      </p:sp>
      <p:sp>
        <p:nvSpPr>
          <p:cNvPr id="5" name="mini-CARD-structure">
            <a:extLst xmlns:a="http://schemas.openxmlformats.org/drawingml/2006/main">
              <a:ext uri="{FF2B5EF4-FFF2-40B4-BE49-F238E27FC236}">
                <a16:creationId xmlns:a16="http://schemas.microsoft.com/office/drawing/2014/main" id="{7D9CB728-2F18-4F1A-B4FE-E094CC05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mini-text-CARD-structure">
            <a:extLst xmlns:a="http://schemas.openxmlformats.org/drawingml/2006/main">
              <a:ext uri="{FF2B5EF4-FFF2-40B4-BE49-F238E27FC236}">
                <a16:creationId xmlns:a16="http://schemas.microsoft.com/office/drawing/2014/main" id="{DDF247D1-75D9-47FF-80D1-9E82A139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38425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[CARD]</a:t>
            </a:r>
          </a:p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YES</a:t>
            </a:r>
          </a:p>
        </p:txBody>
      </p:sp>
      <p:sp>
        <p:nvSpPr>
          <p:cNvPr id="7" name="mini-CATEGORY-structure">
            <a:extLst xmlns:a="http://schemas.openxmlformats.org/drawingml/2006/main">
              <a:ext uri="{FF2B5EF4-FFF2-40B4-BE49-F238E27FC236}">
                <a16:creationId xmlns:a16="http://schemas.microsoft.com/office/drawing/2014/main" id="{4C2610A4-2600-4133-9A6C-5B3ABA84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5270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mini-text-CATEGORY-structure">
            <a:extLst xmlns:a="http://schemas.openxmlformats.org/drawingml/2006/main">
              <a:ext uri="{FF2B5EF4-FFF2-40B4-BE49-F238E27FC236}">
                <a16:creationId xmlns:a16="http://schemas.microsoft.com/office/drawing/2014/main" id="{4BC54E51-A7C6-4075-B09C-DA7AA976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38425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[CATEGORY]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Sales pitch</a:t>
            </a:r>
          </a:p>
        </p:txBody>
      </p:sp>
      <p:sp>
        <p:nvSpPr>
          <p:cNvPr id="9" name="mini-KOREAN-structure">
            <a:extLst xmlns:a="http://schemas.openxmlformats.org/drawingml/2006/main">
              <a:ext uri="{FF2B5EF4-FFF2-40B4-BE49-F238E27FC236}">
                <a16:creationId xmlns:a16="http://schemas.microsoft.com/office/drawing/2014/main" id="{D635BE71-F862-4F43-A91E-1EB73FA8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mini-text-KOREAN-structure">
            <a:extLst xmlns:a="http://schemas.openxmlformats.org/drawingml/2006/main">
              <a:ext uri="{FF2B5EF4-FFF2-40B4-BE49-F238E27FC236}">
                <a16:creationId xmlns:a16="http://schemas.microsoft.com/office/drawing/2014/main" id="{24287984-2DF5-42DD-B49A-EC13AA4C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4991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[KOREAN]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한국어로 내가 말하고 싶은 뜻</a:t>
            </a:r>
          </a:p>
        </p:txBody>
      </p:sp>
      <p:sp>
        <p:nvSpPr>
          <p:cNvPr id="11" name="mini-ENGLISH-structure">
            <a:extLst xmlns:a="http://schemas.openxmlformats.org/drawingml/2006/main">
              <a:ext uri="{FF2B5EF4-FFF2-40B4-BE49-F238E27FC236}">
                <a16:creationId xmlns:a16="http://schemas.microsoft.com/office/drawing/2014/main" id="{D54D19D5-DF20-4D12-ABFB-94FA043D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mini-text-ENGLISH-structure">
            <a:extLst xmlns:a="http://schemas.openxmlformats.org/drawingml/2006/main">
              <a:ext uri="{FF2B5EF4-FFF2-40B4-BE49-F238E27FC236}">
                <a16:creationId xmlns:a16="http://schemas.microsoft.com/office/drawing/2014/main" id="{6C989958-D592-4D1B-814E-B9A6B77F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9975"/>
            <a:ext cx="5029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[ENGLISH]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The English sentence I want to practice.</a:t>
            </a:r>
          </a:p>
        </p:txBody>
      </p:sp>
      <p:sp>
        <p:nvSpPr>
          <p:cNvPr id="13" name="mini-NOTE-structure">
            <a:extLst xmlns:a="http://schemas.openxmlformats.org/drawingml/2006/main">
              <a:ext uri="{FF2B5EF4-FFF2-40B4-BE49-F238E27FC236}">
                <a16:creationId xmlns:a16="http://schemas.microsoft.com/office/drawing/2014/main" id="{72707A6B-D9CA-4740-9954-262B3F98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10706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mini-text-NOTE-structure">
            <a:extLst xmlns:a="http://schemas.openxmlformats.org/drawingml/2006/main">
              <a:ext uri="{FF2B5EF4-FFF2-40B4-BE49-F238E27FC236}">
                <a16:creationId xmlns:a16="http://schemas.microsoft.com/office/drawing/2014/main" id="{176AA113-D087-4814-AA83-E1A60E85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7202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[NOTE]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언제 쓰는 표현인지, 주의할 점</a:t>
            </a:r>
          </a:p>
        </p:txBody>
      </p:sp>
      <p:sp>
        <p:nvSpPr>
          <p:cNvPr id="15" name="footer-5">
            <a:extLst xmlns:a="http://schemas.openxmlformats.org/drawingml/2006/main">
              <a:ext uri="{FF2B5EF4-FFF2-40B4-BE49-F238E27FC236}">
                <a16:creationId xmlns:a16="http://schemas.microsoft.com/office/drawing/2014/main" id="{0B6DB08B-D37C-4FFA-B5D0-E4561B44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PPT card upload template</a:t>
            </a:r>
          </a:p>
        </p:txBody>
      </p:sp>
      <p:sp>
        <p:nvSpPr>
          <p:cNvPr id="16" name="page-5">
            <a:extLst xmlns:a="http://schemas.openxmlformats.org/drawingml/2006/main">
              <a:ext uri="{FF2B5EF4-FFF2-40B4-BE49-F238E27FC236}">
                <a16:creationId xmlns:a16="http://schemas.microsoft.com/office/drawing/2014/main" id="{4497B5EA-A682-4A9F-BA46-F3AA1FDB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470981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AD8EF33-E9EA-40CA-A172-83B1CE6D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EXAMPLE CARD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ED9C80-47AF-415A-863B-D7691F03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예시 카드 01: 비행 시간 장점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2160DA3-41E0-4934-8AA1-3C9974C0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mode-note-6">
            <a:extLst xmlns:a="http://schemas.openxmlformats.org/drawingml/2006/main">
              <a:ext uri="{FF2B5EF4-FFF2-40B4-BE49-F238E27FC236}">
                <a16:creationId xmlns:a16="http://schemas.microsoft.com/office/drawing/2014/main" id="{101D05A4-8218-4968-B90E-70084DA2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예시 카드는 [CARD] NO라서 업로드할 때 카드로 가져오지 않습니다.</a:t>
            </a:r>
          </a:p>
        </p:txBody>
      </p:sp>
      <p:sp>
        <p:nvSpPr>
          <p:cNvPr id="5" name="box-CARD-6">
            <a:extLst xmlns:a="http://schemas.openxmlformats.org/drawingml/2006/main">
              <a:ext uri="{FF2B5EF4-FFF2-40B4-BE49-F238E27FC236}">
                <a16:creationId xmlns:a16="http://schemas.microsoft.com/office/drawing/2014/main" id="{6876542D-2DB5-4F07-BA99-C5E2F220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695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field-CARD-6">
            <a:extLst xmlns:a="http://schemas.openxmlformats.org/drawingml/2006/main">
              <a:ext uri="{FF2B5EF4-FFF2-40B4-BE49-F238E27FC236}">
                <a16:creationId xmlns:a16="http://schemas.microsoft.com/office/drawing/2014/main" id="{B928B42E-4F28-46B9-8F1C-611CB482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[CARD]</a:t>
            </a:r>
          </a:p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NO</a:t>
            </a:r>
          </a:p>
        </p:txBody>
      </p:sp>
      <p:sp>
        <p:nvSpPr>
          <p:cNvPr id="7" name="box-CATEGORY-6">
            <a:extLst xmlns:a="http://schemas.openxmlformats.org/drawingml/2006/main">
              <a:ext uri="{FF2B5EF4-FFF2-40B4-BE49-F238E27FC236}">
                <a16:creationId xmlns:a16="http://schemas.microsoft.com/office/drawing/2014/main" id="{244002D4-DC5A-46D4-8BAD-1637EA02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383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field-CATEGORY-6">
            <a:extLst xmlns:a="http://schemas.openxmlformats.org/drawingml/2006/main">
              <a:ext uri="{FF2B5EF4-FFF2-40B4-BE49-F238E27FC236}">
                <a16:creationId xmlns:a16="http://schemas.microsoft.com/office/drawing/2014/main" id="{CAA84A40-6652-4F1C-B099-2C64A467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7170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[CATEGORY]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Efficiency</a:t>
            </a:r>
          </a:p>
        </p:txBody>
      </p:sp>
      <p:sp>
        <p:nvSpPr>
          <p:cNvPr id="9" name="box-KOREAN-6">
            <a:extLst xmlns:a="http://schemas.openxmlformats.org/drawingml/2006/main">
              <a:ext uri="{FF2B5EF4-FFF2-40B4-BE49-F238E27FC236}">
                <a16:creationId xmlns:a16="http://schemas.microsoft.com/office/drawing/2014/main" id="{214BAD30-9136-4763-B4F8-09C2DC26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295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field-KOREAN-6">
            <a:extLst xmlns:a="http://schemas.openxmlformats.org/drawingml/2006/main">
              <a:ext uri="{FF2B5EF4-FFF2-40B4-BE49-F238E27FC236}">
                <a16:creationId xmlns:a16="http://schemas.microsoft.com/office/drawing/2014/main" id="{F6DA79EE-7593-45F5-B4BF-D08CAAB9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[KOREAN]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저희 모터는 같은 배터리 조건에서 더 긴 비행 시간을 목표로 설계했습니다.</a:t>
            </a:r>
          </a:p>
        </p:txBody>
      </p:sp>
      <p:sp>
        <p:nvSpPr>
          <p:cNvPr id="11" name="box-ENGLISH-6">
            <a:extLst xmlns:a="http://schemas.openxmlformats.org/drawingml/2006/main">
              <a:ext uri="{FF2B5EF4-FFF2-40B4-BE49-F238E27FC236}">
                <a16:creationId xmlns:a16="http://schemas.microsoft.com/office/drawing/2014/main" id="{95A11ED1-9F5A-4898-A54B-A6139B3D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95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field-ENGLISH-6">
            <a:extLst xmlns:a="http://schemas.openxmlformats.org/drawingml/2006/main">
              <a:ext uri="{FF2B5EF4-FFF2-40B4-BE49-F238E27FC236}">
                <a16:creationId xmlns:a16="http://schemas.microsoft.com/office/drawing/2014/main" id="{F411D3DD-0EF6-41D0-AC53-64FA183D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[ENGLISH]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Our motor is designed to help extend flight time under the same battery conditions.</a:t>
            </a:r>
          </a:p>
        </p:txBody>
      </p:sp>
      <p:sp>
        <p:nvSpPr>
          <p:cNvPr id="13" name="box-NOTE-6">
            <a:extLst xmlns:a="http://schemas.openxmlformats.org/drawingml/2006/main">
              <a:ext uri="{FF2B5EF4-FFF2-40B4-BE49-F238E27FC236}">
                <a16:creationId xmlns:a16="http://schemas.microsoft.com/office/drawing/2014/main" id="{883326CC-28D0-4683-A3CE-5E3351BA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field-NOTE-6">
            <a:extLst xmlns:a="http://schemas.openxmlformats.org/drawingml/2006/main">
              <a:ext uri="{FF2B5EF4-FFF2-40B4-BE49-F238E27FC236}">
                <a16:creationId xmlns:a16="http://schemas.microsoft.com/office/drawing/2014/main" id="{0C4FF6FC-25DE-4CFA-A0D2-B5D03FBE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062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[NOTE]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효율이나 전력 소모를 설명할 때 사용합니다.</a:t>
            </a:r>
          </a:p>
        </p:txBody>
      </p:sp>
      <p:sp>
        <p:nvSpPr>
          <p:cNvPr id="15" name="footer-6">
            <a:extLst xmlns:a="http://schemas.openxmlformats.org/drawingml/2006/main">
              <a:ext uri="{FF2B5EF4-FFF2-40B4-BE49-F238E27FC236}">
                <a16:creationId xmlns:a16="http://schemas.microsoft.com/office/drawing/2014/main" id="{3047BC08-B303-4113-ABDC-58DA72A0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Example cards are marked NO</a:t>
            </a:r>
          </a:p>
        </p:txBody>
      </p:sp>
      <p:sp>
        <p:nvSpPr>
          <p:cNvPr id="16" name="page-6">
            <a:extLst xmlns:a="http://schemas.openxmlformats.org/drawingml/2006/main">
              <a:ext uri="{FF2B5EF4-FFF2-40B4-BE49-F238E27FC236}">
                <a16:creationId xmlns:a16="http://schemas.microsoft.com/office/drawing/2014/main" id="{17E23296-5133-4A78-B93C-7ED41DF2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894781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ADEE4DB-96B9-4E30-A800-77EBD372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EXAMPLE CARD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0DA14A-9483-43D7-9908-66310ACC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예시 카드 02: 발열과 안정성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1C520F7-2076-4CB1-84D4-8DC652F6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mode-note-7">
            <a:extLst xmlns:a="http://schemas.openxmlformats.org/drawingml/2006/main">
              <a:ext uri="{FF2B5EF4-FFF2-40B4-BE49-F238E27FC236}">
                <a16:creationId xmlns:a16="http://schemas.microsoft.com/office/drawing/2014/main" id="{EDDD9BDA-96BC-4E98-8C4B-5A93BEF9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예시 카드는 [CARD] NO라서 업로드할 때 카드로 가져오지 않습니다.</a:t>
            </a:r>
          </a:p>
        </p:txBody>
      </p:sp>
      <p:sp>
        <p:nvSpPr>
          <p:cNvPr id="5" name="box-CARD-7">
            <a:extLst xmlns:a="http://schemas.openxmlformats.org/drawingml/2006/main">
              <a:ext uri="{FF2B5EF4-FFF2-40B4-BE49-F238E27FC236}">
                <a16:creationId xmlns:a16="http://schemas.microsoft.com/office/drawing/2014/main" id="{AC13F1D5-7FD1-4E2D-9090-06759365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695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field-CARD-7">
            <a:extLst xmlns:a="http://schemas.openxmlformats.org/drawingml/2006/main">
              <a:ext uri="{FF2B5EF4-FFF2-40B4-BE49-F238E27FC236}">
                <a16:creationId xmlns:a16="http://schemas.microsoft.com/office/drawing/2014/main" id="{B6C8D727-F640-4C72-B642-92E07276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[CARD]</a:t>
            </a:r>
          </a:p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NO</a:t>
            </a:r>
          </a:p>
        </p:txBody>
      </p:sp>
      <p:sp>
        <p:nvSpPr>
          <p:cNvPr id="7" name="box-CATEGORY-7">
            <a:extLst xmlns:a="http://schemas.openxmlformats.org/drawingml/2006/main">
              <a:ext uri="{FF2B5EF4-FFF2-40B4-BE49-F238E27FC236}">
                <a16:creationId xmlns:a16="http://schemas.microsoft.com/office/drawing/2014/main" id="{612FA2F2-2331-4668-A5A6-BF42DB0C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383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field-CATEGORY-7">
            <a:extLst xmlns:a="http://schemas.openxmlformats.org/drawingml/2006/main">
              <a:ext uri="{FF2B5EF4-FFF2-40B4-BE49-F238E27FC236}">
                <a16:creationId xmlns:a16="http://schemas.microsoft.com/office/drawing/2014/main" id="{58680054-3F90-4D74-AB8E-241E1910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7170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[CATEGORY]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Thermal</a:t>
            </a:r>
          </a:p>
        </p:txBody>
      </p:sp>
      <p:sp>
        <p:nvSpPr>
          <p:cNvPr id="9" name="box-KOREAN-7">
            <a:extLst xmlns:a="http://schemas.openxmlformats.org/drawingml/2006/main">
              <a:ext uri="{FF2B5EF4-FFF2-40B4-BE49-F238E27FC236}">
                <a16:creationId xmlns:a16="http://schemas.microsoft.com/office/drawing/2014/main" id="{51F0737D-A809-42E1-A2B0-07D3CE5E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295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field-KOREAN-7">
            <a:extLst xmlns:a="http://schemas.openxmlformats.org/drawingml/2006/main">
              <a:ext uri="{FF2B5EF4-FFF2-40B4-BE49-F238E27FC236}">
                <a16:creationId xmlns:a16="http://schemas.microsoft.com/office/drawing/2014/main" id="{C0798FB7-485E-49B6-B869-5DF156B3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[KOREAN]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연속 운전 중 발열을 낮춰 안정적인 추력을 유지할 수 있습니다.</a:t>
            </a:r>
          </a:p>
        </p:txBody>
      </p:sp>
      <p:sp>
        <p:nvSpPr>
          <p:cNvPr id="11" name="box-ENGLISH-7">
            <a:extLst xmlns:a="http://schemas.openxmlformats.org/drawingml/2006/main">
              <a:ext uri="{FF2B5EF4-FFF2-40B4-BE49-F238E27FC236}">
                <a16:creationId xmlns:a16="http://schemas.microsoft.com/office/drawing/2014/main" id="{21517D1B-548B-4C43-999E-1FCDAB0C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95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field-ENGLISH-7">
            <a:extLst xmlns:a="http://schemas.openxmlformats.org/drawingml/2006/main">
              <a:ext uri="{FF2B5EF4-FFF2-40B4-BE49-F238E27FC236}">
                <a16:creationId xmlns:a16="http://schemas.microsoft.com/office/drawing/2014/main" id="{09322D23-7A26-4C08-BE94-2F1097AA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[ENGLISH]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It reduces heat buildup during continuous operation, helping maintain stable thrust.</a:t>
            </a:r>
          </a:p>
        </p:txBody>
      </p:sp>
      <p:sp>
        <p:nvSpPr>
          <p:cNvPr id="13" name="box-NOTE-7">
            <a:extLst xmlns:a="http://schemas.openxmlformats.org/drawingml/2006/main">
              <a:ext uri="{FF2B5EF4-FFF2-40B4-BE49-F238E27FC236}">
                <a16:creationId xmlns:a16="http://schemas.microsoft.com/office/drawing/2014/main" id="{36290D13-D556-4BDF-BCCD-74D7D54D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field-NOTE-7">
            <a:extLst xmlns:a="http://schemas.openxmlformats.org/drawingml/2006/main">
              <a:ext uri="{FF2B5EF4-FFF2-40B4-BE49-F238E27FC236}">
                <a16:creationId xmlns:a16="http://schemas.microsoft.com/office/drawing/2014/main" id="{DDC6B0D5-5192-4E77-B15B-5C7AAA53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062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[NOTE]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테스트 결과, 내구성, 장시간 운전 이야기를 할 때 사용합니다.</a:t>
            </a:r>
          </a:p>
        </p:txBody>
      </p:sp>
      <p:sp>
        <p:nvSpPr>
          <p:cNvPr id="15" name="footer-7">
            <a:extLst xmlns:a="http://schemas.openxmlformats.org/drawingml/2006/main">
              <a:ext uri="{FF2B5EF4-FFF2-40B4-BE49-F238E27FC236}">
                <a16:creationId xmlns:a16="http://schemas.microsoft.com/office/drawing/2014/main" id="{6DE57740-1107-4BCB-ABC3-37D3DBFF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Example cards are marked NO</a:t>
            </a:r>
          </a:p>
        </p:txBody>
      </p:sp>
      <p:sp>
        <p:nvSpPr>
          <p:cNvPr id="16" name="page-7">
            <a:extLst xmlns:a="http://schemas.openxmlformats.org/drawingml/2006/main">
              <a:ext uri="{FF2B5EF4-FFF2-40B4-BE49-F238E27FC236}">
                <a16:creationId xmlns:a16="http://schemas.microsoft.com/office/drawing/2014/main" id="{F1790A25-1588-4291-8232-0612C447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071399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6A6CEC9-D7F2-4A70-8E6B-5E12B657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EXAMPLE CARD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DBDF2FB-E807-4DB7-87C5-54CBFA56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예시 카드 03: 기체 적용 미팅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ED810FD-1BF9-4F3A-BE71-AEB9C9B0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mode-note-8">
            <a:extLst xmlns:a="http://schemas.openxmlformats.org/drawingml/2006/main">
              <a:ext uri="{FF2B5EF4-FFF2-40B4-BE49-F238E27FC236}">
                <a16:creationId xmlns:a16="http://schemas.microsoft.com/office/drawing/2014/main" id="{AFAC2A2B-2DF2-4330-A950-A07310FB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예시 카드는 [CARD] NO라서 업로드할 때 카드로 가져오지 않습니다.</a:t>
            </a:r>
          </a:p>
        </p:txBody>
      </p:sp>
      <p:sp>
        <p:nvSpPr>
          <p:cNvPr id="5" name="box-CARD-8">
            <a:extLst xmlns:a="http://schemas.openxmlformats.org/drawingml/2006/main">
              <a:ext uri="{FF2B5EF4-FFF2-40B4-BE49-F238E27FC236}">
                <a16:creationId xmlns:a16="http://schemas.microsoft.com/office/drawing/2014/main" id="{AD03A557-0D03-4A1F-A4F3-E7508F5B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695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field-CARD-8">
            <a:extLst xmlns:a="http://schemas.openxmlformats.org/drawingml/2006/main">
              <a:ext uri="{FF2B5EF4-FFF2-40B4-BE49-F238E27FC236}">
                <a16:creationId xmlns:a16="http://schemas.microsoft.com/office/drawing/2014/main" id="{B4E447A8-D7FA-4CF5-9E1D-61D7DB84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[CARD]</a:t>
            </a:r>
          </a:p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NO</a:t>
            </a:r>
          </a:p>
        </p:txBody>
      </p:sp>
      <p:sp>
        <p:nvSpPr>
          <p:cNvPr id="7" name="box-CATEGORY-8">
            <a:extLst xmlns:a="http://schemas.openxmlformats.org/drawingml/2006/main">
              <a:ext uri="{FF2B5EF4-FFF2-40B4-BE49-F238E27FC236}">
                <a16:creationId xmlns:a16="http://schemas.microsoft.com/office/drawing/2014/main" id="{5E032671-374C-4BB0-970D-55C7F92B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383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field-CATEGORY-8">
            <a:extLst xmlns:a="http://schemas.openxmlformats.org/drawingml/2006/main">
              <a:ext uri="{FF2B5EF4-FFF2-40B4-BE49-F238E27FC236}">
                <a16:creationId xmlns:a16="http://schemas.microsoft.com/office/drawing/2014/main" id="{D10CF32F-0A8B-472F-A183-9835CB01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7170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[CATEGORY]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Integration</a:t>
            </a:r>
          </a:p>
        </p:txBody>
      </p:sp>
      <p:sp>
        <p:nvSpPr>
          <p:cNvPr id="9" name="box-KOREAN-8">
            <a:extLst xmlns:a="http://schemas.openxmlformats.org/drawingml/2006/main">
              <a:ext uri="{FF2B5EF4-FFF2-40B4-BE49-F238E27FC236}">
                <a16:creationId xmlns:a16="http://schemas.microsoft.com/office/drawing/2014/main" id="{D27DCBA4-D8FB-4203-B1DB-ACF2B867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295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field-KOREAN-8">
            <a:extLst xmlns:a="http://schemas.openxmlformats.org/drawingml/2006/main">
              <a:ext uri="{FF2B5EF4-FFF2-40B4-BE49-F238E27FC236}">
                <a16:creationId xmlns:a16="http://schemas.microsoft.com/office/drawing/2014/main" id="{04B99380-77A8-4499-8D81-26852DEE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[KOREAN]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기존 ESC와 기체 설계에 맞게 권장 설정값을 함께 제공할 수 있습니다.</a:t>
            </a:r>
          </a:p>
        </p:txBody>
      </p:sp>
      <p:sp>
        <p:nvSpPr>
          <p:cNvPr id="11" name="box-ENGLISH-8">
            <a:extLst xmlns:a="http://schemas.openxmlformats.org/drawingml/2006/main">
              <a:ext uri="{FF2B5EF4-FFF2-40B4-BE49-F238E27FC236}">
                <a16:creationId xmlns:a16="http://schemas.microsoft.com/office/drawing/2014/main" id="{5E3CC309-4445-438D-BBFF-2813AD48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95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field-ENGLISH-8">
            <a:extLst xmlns:a="http://schemas.openxmlformats.org/drawingml/2006/main">
              <a:ext uri="{FF2B5EF4-FFF2-40B4-BE49-F238E27FC236}">
                <a16:creationId xmlns:a16="http://schemas.microsoft.com/office/drawing/2014/main" id="{66F6450C-5076-4948-856A-838892B5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[ENGLISH]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We can provide recommended settings to match your existing ESC and airframe design.</a:t>
            </a:r>
          </a:p>
        </p:txBody>
      </p:sp>
      <p:sp>
        <p:nvSpPr>
          <p:cNvPr id="13" name="box-NOTE-8">
            <a:extLst xmlns:a="http://schemas.openxmlformats.org/drawingml/2006/main">
              <a:ext uri="{FF2B5EF4-FFF2-40B4-BE49-F238E27FC236}">
                <a16:creationId xmlns:a16="http://schemas.microsoft.com/office/drawing/2014/main" id="{F03AE077-2C4A-442F-B742-6FE9CF06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field-NOTE-8">
            <a:extLst xmlns:a="http://schemas.openxmlformats.org/drawingml/2006/main">
              <a:ext uri="{FF2B5EF4-FFF2-40B4-BE49-F238E27FC236}">
                <a16:creationId xmlns:a16="http://schemas.microsoft.com/office/drawing/2014/main" id="{C9EB1A5F-DF23-4BB6-A5C2-AECA05D1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062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[NOTE]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드론 완성체 업체와 적용 조건을 맞출 때 사용합니다.</a:t>
            </a:r>
          </a:p>
        </p:txBody>
      </p:sp>
      <p:sp>
        <p:nvSpPr>
          <p:cNvPr id="15" name="footer-8">
            <a:extLst xmlns:a="http://schemas.openxmlformats.org/drawingml/2006/main">
              <a:ext uri="{FF2B5EF4-FFF2-40B4-BE49-F238E27FC236}">
                <a16:creationId xmlns:a16="http://schemas.microsoft.com/office/drawing/2014/main" id="{D0C30DF6-EFE8-434F-B60B-F270FE18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Example cards are marked NO</a:t>
            </a:r>
          </a:p>
        </p:txBody>
      </p:sp>
      <p:sp>
        <p:nvSpPr>
          <p:cNvPr id="16" name="page-8">
            <a:extLst xmlns:a="http://schemas.openxmlformats.org/drawingml/2006/main">
              <a:ext uri="{FF2B5EF4-FFF2-40B4-BE49-F238E27FC236}">
                <a16:creationId xmlns:a16="http://schemas.microsoft.com/office/drawing/2014/main" id="{788F0F24-6406-4A13-A280-C91852D5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428933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2AAE6A8-611F-40D1-910D-931A5D92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FILL THIS CARD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FB8D5FF-F776-42FA-BF98-4847A6C6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카드 작성용 01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F258F98-FD3C-44AB-BBEE-61336048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mode-note-9">
            <a:extLst xmlns:a="http://schemas.openxmlformats.org/drawingml/2006/main">
              <a:ext uri="{FF2B5EF4-FFF2-40B4-BE49-F238E27FC236}">
                <a16:creationId xmlns:a16="http://schemas.microsoft.com/office/drawing/2014/main" id="{35C1C6D1-B67E-491F-AFA1-E1F21F9B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작성할 카드면 [CARD] 값을 YES로 둡니다. 사용하지 않을 슬라이드는 NO로 바꾸거나 삭제하세요.</a:t>
            </a:r>
          </a:p>
        </p:txBody>
      </p:sp>
      <p:sp>
        <p:nvSpPr>
          <p:cNvPr id="5" name="box-CARD-9">
            <a:extLst xmlns:a="http://schemas.openxmlformats.org/drawingml/2006/main">
              <a:ext uri="{FF2B5EF4-FFF2-40B4-BE49-F238E27FC236}">
                <a16:creationId xmlns:a16="http://schemas.microsoft.com/office/drawing/2014/main" id="{4052F640-1B33-4B4D-8517-1823A9AE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695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field-CARD-9">
            <a:extLst xmlns:a="http://schemas.openxmlformats.org/drawingml/2006/main">
              <a:ext uri="{FF2B5EF4-FFF2-40B4-BE49-F238E27FC236}">
                <a16:creationId xmlns:a16="http://schemas.microsoft.com/office/drawing/2014/main" id="{5B82AC8C-9D6B-4807-B069-D0F3A3A6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[CARD]</a:t>
            </a:r>
          </a:p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YES</a:t>
            </a:r>
          </a:p>
        </p:txBody>
      </p:sp>
      <p:sp>
        <p:nvSpPr>
          <p:cNvPr id="7" name="box-CATEGORY-9">
            <a:extLst xmlns:a="http://schemas.openxmlformats.org/drawingml/2006/main">
              <a:ext uri="{FF2B5EF4-FFF2-40B4-BE49-F238E27FC236}">
                <a16:creationId xmlns:a16="http://schemas.microsoft.com/office/drawing/2014/main" id="{3D9496EE-B4AE-4FFE-B9FC-FC55B031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383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field-CATEGORY-9">
            <a:extLst xmlns:a="http://schemas.openxmlformats.org/drawingml/2006/main">
              <a:ext uri="{FF2B5EF4-FFF2-40B4-BE49-F238E27FC236}">
                <a16:creationId xmlns:a16="http://schemas.microsoft.com/office/drawing/2014/main" id="{99588521-A7E5-4617-994F-B58A7FA1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7170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[CATEGORY]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여기에 카테고리 입력</a:t>
            </a:r>
          </a:p>
        </p:txBody>
      </p:sp>
      <p:sp>
        <p:nvSpPr>
          <p:cNvPr id="9" name="box-KOREAN-9">
            <a:extLst xmlns:a="http://schemas.openxmlformats.org/drawingml/2006/main">
              <a:ext uri="{FF2B5EF4-FFF2-40B4-BE49-F238E27FC236}">
                <a16:creationId xmlns:a16="http://schemas.microsoft.com/office/drawing/2014/main" id="{059178EF-CABF-4069-98B3-DC470929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295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field-KOREAN-9">
            <a:extLst xmlns:a="http://schemas.openxmlformats.org/drawingml/2006/main">
              <a:ext uri="{FF2B5EF4-FFF2-40B4-BE49-F238E27FC236}">
                <a16:creationId xmlns:a16="http://schemas.microsoft.com/office/drawing/2014/main" id="{7A2CC7D5-2A1D-4404-90DB-A20FAA5F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[KOREAN]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한국어로 내가 고객에게 말하고 싶은 내용을 한 문장으로 적으세요.</a:t>
            </a:r>
          </a:p>
        </p:txBody>
      </p:sp>
      <p:sp>
        <p:nvSpPr>
          <p:cNvPr id="11" name="box-ENGLISH-9">
            <a:extLst xmlns:a="http://schemas.openxmlformats.org/drawingml/2006/main">
              <a:ext uri="{FF2B5EF4-FFF2-40B4-BE49-F238E27FC236}">
                <a16:creationId xmlns:a16="http://schemas.microsoft.com/office/drawing/2014/main" id="{1B8E74CC-BE24-49EC-A1BE-8B61AEB4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95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field-ENGLISH-9">
            <a:extLst xmlns:a="http://schemas.openxmlformats.org/drawingml/2006/main">
              <a:ext uri="{FF2B5EF4-FFF2-40B4-BE49-F238E27FC236}">
                <a16:creationId xmlns:a16="http://schemas.microsoft.com/office/drawing/2014/main" id="{40FC33DC-0047-44EC-9BDC-2D27D9FC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[ENGLISH]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Write the English sentence you want to practice.</a:t>
            </a:r>
          </a:p>
        </p:txBody>
      </p:sp>
      <p:sp>
        <p:nvSpPr>
          <p:cNvPr id="13" name="box-NOTE-9">
            <a:extLst xmlns:a="http://schemas.openxmlformats.org/drawingml/2006/main">
              <a:ext uri="{FF2B5EF4-FFF2-40B4-BE49-F238E27FC236}">
                <a16:creationId xmlns:a16="http://schemas.microsoft.com/office/drawing/2014/main" id="{21766E90-7B3C-47B2-B665-2E4FA157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field-NOTE-9">
            <a:extLst xmlns:a="http://schemas.openxmlformats.org/drawingml/2006/main">
              <a:ext uri="{FF2B5EF4-FFF2-40B4-BE49-F238E27FC236}">
                <a16:creationId xmlns:a16="http://schemas.microsoft.com/office/drawing/2014/main" id="{D4244A10-7592-4C74-A3C9-CB295A10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062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[NOTE]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언제 쓰는 표현인지, 발음 주의점, 다른 표현 등을 적으세요.</a:t>
            </a:r>
          </a:p>
        </p:txBody>
      </p:sp>
      <p:sp>
        <p:nvSpPr>
          <p:cNvPr id="15" name="footer-9">
            <a:extLst xmlns:a="http://schemas.openxmlformats.org/drawingml/2006/main">
              <a:ext uri="{FF2B5EF4-FFF2-40B4-BE49-F238E27FC236}">
                <a16:creationId xmlns:a16="http://schemas.microsoft.com/office/drawing/2014/main" id="{7A607FCE-2E23-42FE-BACD-4EEDC898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Duplicate this card slide when you need more cards</a:t>
            </a:r>
          </a:p>
        </p:txBody>
      </p:sp>
      <p:sp>
        <p:nvSpPr>
          <p:cNvPr id="16" name="page-9">
            <a:extLst xmlns:a="http://schemas.openxmlformats.org/drawingml/2006/main">
              <a:ext uri="{FF2B5EF4-FFF2-40B4-BE49-F238E27FC236}">
                <a16:creationId xmlns:a16="http://schemas.microsoft.com/office/drawing/2014/main" id="{E238207B-1B23-47BB-959B-A3299928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36761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D26D73A-E28B-4B52-A243-44C8CEFA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FILL THIS CARD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0B6B067-E97E-4FDE-8CF2-A9C7AD04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카드 작성용 02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5004BF3-AA17-4D80-A887-CEF07ADE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mode-note-10">
            <a:extLst xmlns:a="http://schemas.openxmlformats.org/drawingml/2006/main">
              <a:ext uri="{FF2B5EF4-FFF2-40B4-BE49-F238E27FC236}">
                <a16:creationId xmlns:a16="http://schemas.microsoft.com/office/drawing/2014/main" id="{326F6AC4-18F1-4E0F-8A8D-FAD86D1E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작성할 카드면 [CARD] 값을 YES로 둡니다. 사용하지 않을 슬라이드는 NO로 바꾸거나 삭제하세요.</a:t>
            </a:r>
          </a:p>
        </p:txBody>
      </p:sp>
      <p:sp>
        <p:nvSpPr>
          <p:cNvPr id="5" name="box-CARD-10">
            <a:extLst xmlns:a="http://schemas.openxmlformats.org/drawingml/2006/main">
              <a:ext uri="{FF2B5EF4-FFF2-40B4-BE49-F238E27FC236}">
                <a16:creationId xmlns:a16="http://schemas.microsoft.com/office/drawing/2014/main" id="{EE15D578-A345-47E8-AA8F-70B2BB03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695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field-CARD-10">
            <a:extLst xmlns:a="http://schemas.openxmlformats.org/drawingml/2006/main">
              <a:ext uri="{FF2B5EF4-FFF2-40B4-BE49-F238E27FC236}">
                <a16:creationId xmlns:a16="http://schemas.microsoft.com/office/drawing/2014/main" id="{F9345D52-F21E-40BF-B1C4-D34872D8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[CARD]</a:t>
            </a:r>
          </a:p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YES</a:t>
            </a:r>
          </a:p>
        </p:txBody>
      </p:sp>
      <p:sp>
        <p:nvSpPr>
          <p:cNvPr id="7" name="box-CATEGORY-10">
            <a:extLst xmlns:a="http://schemas.openxmlformats.org/drawingml/2006/main">
              <a:ext uri="{FF2B5EF4-FFF2-40B4-BE49-F238E27FC236}">
                <a16:creationId xmlns:a16="http://schemas.microsoft.com/office/drawing/2014/main" id="{FC404162-930B-4744-A3D0-C248E654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383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field-CATEGORY-10">
            <a:extLst xmlns:a="http://schemas.openxmlformats.org/drawingml/2006/main">
              <a:ext uri="{FF2B5EF4-FFF2-40B4-BE49-F238E27FC236}">
                <a16:creationId xmlns:a16="http://schemas.microsoft.com/office/drawing/2014/main" id="{BF8DC236-3CC6-4476-B813-24CF00FD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7170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[CATEGORY]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여기에 카테고리 입력</a:t>
            </a:r>
          </a:p>
        </p:txBody>
      </p:sp>
      <p:sp>
        <p:nvSpPr>
          <p:cNvPr id="9" name="box-KOREAN-10">
            <a:extLst xmlns:a="http://schemas.openxmlformats.org/drawingml/2006/main">
              <a:ext uri="{FF2B5EF4-FFF2-40B4-BE49-F238E27FC236}">
                <a16:creationId xmlns:a16="http://schemas.microsoft.com/office/drawing/2014/main" id="{0B99280A-557A-4B81-82F1-6B9D1B1F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295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field-KOREAN-10">
            <a:extLst xmlns:a="http://schemas.openxmlformats.org/drawingml/2006/main">
              <a:ext uri="{FF2B5EF4-FFF2-40B4-BE49-F238E27FC236}">
                <a16:creationId xmlns:a16="http://schemas.microsoft.com/office/drawing/2014/main" id="{D2320384-88CB-4D4B-A3D2-B7C1246A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[KOREAN]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한국어로 내가 고객에게 말하고 싶은 내용을 한 문장으로 적으세요.</a:t>
            </a:r>
          </a:p>
        </p:txBody>
      </p:sp>
      <p:sp>
        <p:nvSpPr>
          <p:cNvPr id="11" name="box-ENGLISH-10">
            <a:extLst xmlns:a="http://schemas.openxmlformats.org/drawingml/2006/main">
              <a:ext uri="{FF2B5EF4-FFF2-40B4-BE49-F238E27FC236}">
                <a16:creationId xmlns:a16="http://schemas.microsoft.com/office/drawing/2014/main" id="{0AFC4838-ADB6-463F-A0E3-0BE705C2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95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field-ENGLISH-10">
            <a:extLst xmlns:a="http://schemas.openxmlformats.org/drawingml/2006/main">
              <a:ext uri="{FF2B5EF4-FFF2-40B4-BE49-F238E27FC236}">
                <a16:creationId xmlns:a16="http://schemas.microsoft.com/office/drawing/2014/main" id="{2EC5AFBD-64BA-4DD6-A82A-299B5C18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[ENGLISH]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Write the English sentence you want to practice.</a:t>
            </a:r>
          </a:p>
        </p:txBody>
      </p:sp>
      <p:sp>
        <p:nvSpPr>
          <p:cNvPr id="13" name="box-NOTE-10">
            <a:extLst xmlns:a="http://schemas.openxmlformats.org/drawingml/2006/main">
              <a:ext uri="{FF2B5EF4-FFF2-40B4-BE49-F238E27FC236}">
                <a16:creationId xmlns:a16="http://schemas.microsoft.com/office/drawing/2014/main" id="{63B5A4EE-DC19-40F5-802A-C853EA00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field-NOTE-10">
            <a:extLst xmlns:a="http://schemas.openxmlformats.org/drawingml/2006/main">
              <a:ext uri="{FF2B5EF4-FFF2-40B4-BE49-F238E27FC236}">
                <a16:creationId xmlns:a16="http://schemas.microsoft.com/office/drawing/2014/main" id="{607E4EF0-4F96-40F9-8122-2DD8A4A4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062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[NOTE]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언제 쓰는 표현인지, 발음 주의점, 다른 표현 등을 적으세요.</a:t>
            </a:r>
          </a:p>
        </p:txBody>
      </p:sp>
      <p:sp>
        <p:nvSpPr>
          <p:cNvPr id="15" name="footer-10">
            <a:extLst xmlns:a="http://schemas.openxmlformats.org/drawingml/2006/main">
              <a:ext uri="{FF2B5EF4-FFF2-40B4-BE49-F238E27FC236}">
                <a16:creationId xmlns:a16="http://schemas.microsoft.com/office/drawing/2014/main" id="{60EC06A8-9D36-439C-AFF9-B7CD3987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Duplicate this card slide when you need more cards</a:t>
            </a:r>
          </a:p>
        </p:txBody>
      </p:sp>
      <p:sp>
        <p:nvSpPr>
          <p:cNvPr id="16" name="page-10">
            <a:extLst xmlns:a="http://schemas.openxmlformats.org/drawingml/2006/main">
              <a:ext uri="{FF2B5EF4-FFF2-40B4-BE49-F238E27FC236}">
                <a16:creationId xmlns:a16="http://schemas.microsoft.com/office/drawing/2014/main" id="{7379166D-1CA0-4840-A895-D8D7F95F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185869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89D8DA8-0D69-49F0-8BE9-A7E084B7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FILL THIS CARD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5DF9609-6077-47FA-B76C-F8E39558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카드 작성용 03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D5A790D-7B0A-4490-9653-104A95D0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mode-note-11">
            <a:extLst xmlns:a="http://schemas.openxmlformats.org/drawingml/2006/main">
              <a:ext uri="{FF2B5EF4-FFF2-40B4-BE49-F238E27FC236}">
                <a16:creationId xmlns:a16="http://schemas.microsoft.com/office/drawing/2014/main" id="{1F1C5DCA-0AC5-4268-9915-75E86F6F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작성할 카드면 [CARD] 값을 YES로 둡니다. 사용하지 않을 슬라이드는 NO로 바꾸거나 삭제하세요.</a:t>
            </a:r>
          </a:p>
        </p:txBody>
      </p:sp>
      <p:sp>
        <p:nvSpPr>
          <p:cNvPr id="5" name="box-CARD-11">
            <a:extLst xmlns:a="http://schemas.openxmlformats.org/drawingml/2006/main">
              <a:ext uri="{FF2B5EF4-FFF2-40B4-BE49-F238E27FC236}">
                <a16:creationId xmlns:a16="http://schemas.microsoft.com/office/drawing/2014/main" id="{5E1C3C5A-C1C7-4278-88D8-6154C10C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695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field-CARD-11">
            <a:extLst xmlns:a="http://schemas.openxmlformats.org/drawingml/2006/main">
              <a:ext uri="{FF2B5EF4-FFF2-40B4-BE49-F238E27FC236}">
                <a16:creationId xmlns:a16="http://schemas.microsoft.com/office/drawing/2014/main" id="{BCA5CAA8-09DA-4E96-B809-4A48019A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[CARD]</a:t>
            </a:r>
          </a:p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YES</a:t>
            </a:r>
          </a:p>
        </p:txBody>
      </p:sp>
      <p:sp>
        <p:nvSpPr>
          <p:cNvPr id="7" name="box-CATEGORY-11">
            <a:extLst xmlns:a="http://schemas.openxmlformats.org/drawingml/2006/main">
              <a:ext uri="{FF2B5EF4-FFF2-40B4-BE49-F238E27FC236}">
                <a16:creationId xmlns:a16="http://schemas.microsoft.com/office/drawing/2014/main" id="{D05F13FB-FBE8-40E7-9AA0-2BD64F96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383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field-CATEGORY-11">
            <a:extLst xmlns:a="http://schemas.openxmlformats.org/drawingml/2006/main">
              <a:ext uri="{FF2B5EF4-FFF2-40B4-BE49-F238E27FC236}">
                <a16:creationId xmlns:a16="http://schemas.microsoft.com/office/drawing/2014/main" id="{73E640AD-DC36-4017-B514-FE01607F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7170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[CATEGORY]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여기에 카테고리 입력</a:t>
            </a:r>
          </a:p>
        </p:txBody>
      </p:sp>
      <p:sp>
        <p:nvSpPr>
          <p:cNvPr id="9" name="box-KOREAN-11">
            <a:extLst xmlns:a="http://schemas.openxmlformats.org/drawingml/2006/main">
              <a:ext uri="{FF2B5EF4-FFF2-40B4-BE49-F238E27FC236}">
                <a16:creationId xmlns:a16="http://schemas.microsoft.com/office/drawing/2014/main" id="{208F749D-6093-470F-97AB-13CA56C1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295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field-KOREAN-11">
            <a:extLst xmlns:a="http://schemas.openxmlformats.org/drawingml/2006/main">
              <a:ext uri="{FF2B5EF4-FFF2-40B4-BE49-F238E27FC236}">
                <a16:creationId xmlns:a16="http://schemas.microsoft.com/office/drawing/2014/main" id="{01D8A80F-388C-41C8-AAD2-28DE5A1E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[KOREAN]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한국어로 내가 고객에게 말하고 싶은 내용을 한 문장으로 적으세요.</a:t>
            </a:r>
          </a:p>
        </p:txBody>
      </p:sp>
      <p:sp>
        <p:nvSpPr>
          <p:cNvPr id="11" name="box-ENGLISH-11">
            <a:extLst xmlns:a="http://schemas.openxmlformats.org/drawingml/2006/main">
              <a:ext uri="{FF2B5EF4-FFF2-40B4-BE49-F238E27FC236}">
                <a16:creationId xmlns:a16="http://schemas.microsoft.com/office/drawing/2014/main" id="{C0142B3E-A064-4903-A786-9B06BDFB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95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field-ENGLISH-11">
            <a:extLst xmlns:a="http://schemas.openxmlformats.org/drawingml/2006/main">
              <a:ext uri="{FF2B5EF4-FFF2-40B4-BE49-F238E27FC236}">
                <a16:creationId xmlns:a16="http://schemas.microsoft.com/office/drawing/2014/main" id="{01F54640-802F-4D8A-9002-A0A50BE2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[ENGLISH]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Write the English sentence you want to practice.</a:t>
            </a:r>
          </a:p>
        </p:txBody>
      </p:sp>
      <p:sp>
        <p:nvSpPr>
          <p:cNvPr id="13" name="box-NOTE-11">
            <a:extLst xmlns:a="http://schemas.openxmlformats.org/drawingml/2006/main">
              <a:ext uri="{FF2B5EF4-FFF2-40B4-BE49-F238E27FC236}">
                <a16:creationId xmlns:a16="http://schemas.microsoft.com/office/drawing/2014/main" id="{C61A5EE8-859F-4719-807A-14A6E2AE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field-NOTE-11">
            <a:extLst xmlns:a="http://schemas.openxmlformats.org/drawingml/2006/main">
              <a:ext uri="{FF2B5EF4-FFF2-40B4-BE49-F238E27FC236}">
                <a16:creationId xmlns:a16="http://schemas.microsoft.com/office/drawing/2014/main" id="{B3151EB8-1B12-42B2-9A2B-5186E8EB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062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[NOTE]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언제 쓰는 표현인지, 발음 주의점, 다른 표현 등을 적으세요.</a:t>
            </a:r>
          </a:p>
        </p:txBody>
      </p:sp>
      <p:sp>
        <p:nvSpPr>
          <p:cNvPr id="15" name="footer-11">
            <a:extLst xmlns:a="http://schemas.openxmlformats.org/drawingml/2006/main">
              <a:ext uri="{FF2B5EF4-FFF2-40B4-BE49-F238E27FC236}">
                <a16:creationId xmlns:a16="http://schemas.microsoft.com/office/drawing/2014/main" id="{FD0EB4B7-DD90-46E6-98EC-8F2E6AFE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Duplicate this card slide when you need more cards</a:t>
            </a:r>
          </a:p>
        </p:txBody>
      </p:sp>
      <p:sp>
        <p:nvSpPr>
          <p:cNvPr id="16" name="page-11">
            <a:extLst xmlns:a="http://schemas.openxmlformats.org/drawingml/2006/main">
              <a:ext uri="{FF2B5EF4-FFF2-40B4-BE49-F238E27FC236}">
                <a16:creationId xmlns:a16="http://schemas.microsoft.com/office/drawing/2014/main" id="{6F17643E-5C5D-4AA4-8C66-C682496F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437398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F3256AB-4387-4843-84D9-CA6B7CA4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FILL THIS CARD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303ECC-3251-4123-84A7-BB0B8DED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카드 작성용 04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28F7B64-B6AD-4675-B985-BC346187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mode-note-12">
            <a:extLst xmlns:a="http://schemas.openxmlformats.org/drawingml/2006/main">
              <a:ext uri="{FF2B5EF4-FFF2-40B4-BE49-F238E27FC236}">
                <a16:creationId xmlns:a16="http://schemas.microsoft.com/office/drawing/2014/main" id="{D39B4DCB-E4E5-4043-9060-FB9ACAB0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작성할 카드면 [CARD] 값을 YES로 둡니다. 사용하지 않을 슬라이드는 NO로 바꾸거나 삭제하세요.</a:t>
            </a:r>
          </a:p>
        </p:txBody>
      </p:sp>
      <p:sp>
        <p:nvSpPr>
          <p:cNvPr id="5" name="box-CARD-12">
            <a:extLst xmlns:a="http://schemas.openxmlformats.org/drawingml/2006/main">
              <a:ext uri="{FF2B5EF4-FFF2-40B4-BE49-F238E27FC236}">
                <a16:creationId xmlns:a16="http://schemas.microsoft.com/office/drawing/2014/main" id="{5893B6CA-07C1-4D1F-9CA3-A1BB3AD0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695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field-CARD-12">
            <a:extLst xmlns:a="http://schemas.openxmlformats.org/drawingml/2006/main">
              <a:ext uri="{FF2B5EF4-FFF2-40B4-BE49-F238E27FC236}">
                <a16:creationId xmlns:a16="http://schemas.microsoft.com/office/drawing/2014/main" id="{A7D5D944-8835-4214-B13B-CE32B67A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[CARD]</a:t>
            </a:r>
          </a:p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YES</a:t>
            </a:r>
          </a:p>
        </p:txBody>
      </p:sp>
      <p:sp>
        <p:nvSpPr>
          <p:cNvPr id="7" name="box-CATEGORY-12">
            <a:extLst xmlns:a="http://schemas.openxmlformats.org/drawingml/2006/main">
              <a:ext uri="{FF2B5EF4-FFF2-40B4-BE49-F238E27FC236}">
                <a16:creationId xmlns:a16="http://schemas.microsoft.com/office/drawing/2014/main" id="{115AFFE4-AD0C-45D1-8FE9-5F8C1DAA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383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field-CATEGORY-12">
            <a:extLst xmlns:a="http://schemas.openxmlformats.org/drawingml/2006/main">
              <a:ext uri="{FF2B5EF4-FFF2-40B4-BE49-F238E27FC236}">
                <a16:creationId xmlns:a16="http://schemas.microsoft.com/office/drawing/2014/main" id="{D1820BAD-F7CB-4486-9247-602672FF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7170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[CATEGORY]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여기에 카테고리 입력</a:t>
            </a:r>
          </a:p>
        </p:txBody>
      </p:sp>
      <p:sp>
        <p:nvSpPr>
          <p:cNvPr id="9" name="box-KOREAN-12">
            <a:extLst xmlns:a="http://schemas.openxmlformats.org/drawingml/2006/main">
              <a:ext uri="{FF2B5EF4-FFF2-40B4-BE49-F238E27FC236}">
                <a16:creationId xmlns:a16="http://schemas.microsoft.com/office/drawing/2014/main" id="{BE7E651D-8C33-4C87-812F-977BF640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295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field-KOREAN-12">
            <a:extLst xmlns:a="http://schemas.openxmlformats.org/drawingml/2006/main">
              <a:ext uri="{FF2B5EF4-FFF2-40B4-BE49-F238E27FC236}">
                <a16:creationId xmlns:a16="http://schemas.microsoft.com/office/drawing/2014/main" id="{6EF696AF-028A-4E5E-A5BD-D65AEAA8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[KOREAN]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한국어로 내가 고객에게 말하고 싶은 내용을 한 문장으로 적으세요.</a:t>
            </a:r>
          </a:p>
        </p:txBody>
      </p:sp>
      <p:sp>
        <p:nvSpPr>
          <p:cNvPr id="11" name="box-ENGLISH-12">
            <a:extLst xmlns:a="http://schemas.openxmlformats.org/drawingml/2006/main">
              <a:ext uri="{FF2B5EF4-FFF2-40B4-BE49-F238E27FC236}">
                <a16:creationId xmlns:a16="http://schemas.microsoft.com/office/drawing/2014/main" id="{5BA8176A-D8A0-4E96-92EF-8FB08753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95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field-ENGLISH-12">
            <a:extLst xmlns:a="http://schemas.openxmlformats.org/drawingml/2006/main">
              <a:ext uri="{FF2B5EF4-FFF2-40B4-BE49-F238E27FC236}">
                <a16:creationId xmlns:a16="http://schemas.microsoft.com/office/drawing/2014/main" id="{4524CCB3-4D1C-497C-85BF-B6379A50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[ENGLISH]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Write the English sentence you want to practice.</a:t>
            </a:r>
          </a:p>
        </p:txBody>
      </p:sp>
      <p:sp>
        <p:nvSpPr>
          <p:cNvPr id="13" name="box-NOTE-12">
            <a:extLst xmlns:a="http://schemas.openxmlformats.org/drawingml/2006/main">
              <a:ext uri="{FF2B5EF4-FFF2-40B4-BE49-F238E27FC236}">
                <a16:creationId xmlns:a16="http://schemas.microsoft.com/office/drawing/2014/main" id="{42DBD58A-C49F-4250-B158-BE840291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field-NOTE-12">
            <a:extLst xmlns:a="http://schemas.openxmlformats.org/drawingml/2006/main">
              <a:ext uri="{FF2B5EF4-FFF2-40B4-BE49-F238E27FC236}">
                <a16:creationId xmlns:a16="http://schemas.microsoft.com/office/drawing/2014/main" id="{0AD2C67E-7D5A-40B0-98A9-4AF8DB9B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062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[NOTE]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언제 쓰는 표현인지, 발음 주의점, 다른 표현 등을 적으세요.</a:t>
            </a:r>
          </a:p>
        </p:txBody>
      </p:sp>
      <p:sp>
        <p:nvSpPr>
          <p:cNvPr id="15" name="footer-12">
            <a:extLst xmlns:a="http://schemas.openxmlformats.org/drawingml/2006/main">
              <a:ext uri="{FF2B5EF4-FFF2-40B4-BE49-F238E27FC236}">
                <a16:creationId xmlns:a16="http://schemas.microsoft.com/office/drawing/2014/main" id="{CCA8BA0D-EA37-49D4-8B9B-7937FE46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Duplicate this card slide when you need more cards</a:t>
            </a:r>
          </a:p>
        </p:txBody>
      </p:sp>
      <p:sp>
        <p:nvSpPr>
          <p:cNvPr id="16" name="page-12">
            <a:extLst xmlns:a="http://schemas.openxmlformats.org/drawingml/2006/main">
              <a:ext uri="{FF2B5EF4-FFF2-40B4-BE49-F238E27FC236}">
                <a16:creationId xmlns:a16="http://schemas.microsoft.com/office/drawing/2014/main" id="{57F755F1-690B-4A1D-907E-C4724BF8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459115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FD709C4-9596-488D-8F1B-E9E3D31E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FILL THIS CARD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A52F042-2899-4648-BDE3-C8F078D6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카드 작성용 05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5B7C054-901F-405B-B4E1-063AEB4C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mode-note-13">
            <a:extLst xmlns:a="http://schemas.openxmlformats.org/drawingml/2006/main">
              <a:ext uri="{FF2B5EF4-FFF2-40B4-BE49-F238E27FC236}">
                <a16:creationId xmlns:a16="http://schemas.microsoft.com/office/drawing/2014/main" id="{90EFE934-7D2E-40C3-90C9-13B9DEAB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작성할 카드면 [CARD] 값을 YES로 둡니다. 사용하지 않을 슬라이드는 NO로 바꾸거나 삭제하세요.</a:t>
            </a:r>
          </a:p>
        </p:txBody>
      </p:sp>
      <p:sp>
        <p:nvSpPr>
          <p:cNvPr id="5" name="box-CARD-13">
            <a:extLst xmlns:a="http://schemas.openxmlformats.org/drawingml/2006/main">
              <a:ext uri="{FF2B5EF4-FFF2-40B4-BE49-F238E27FC236}">
                <a16:creationId xmlns:a16="http://schemas.microsoft.com/office/drawing/2014/main" id="{8BAB3C62-E374-46B9-ABDB-23C2B219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695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field-CARD-13">
            <a:extLst xmlns:a="http://schemas.openxmlformats.org/drawingml/2006/main">
              <a:ext uri="{FF2B5EF4-FFF2-40B4-BE49-F238E27FC236}">
                <a16:creationId xmlns:a16="http://schemas.microsoft.com/office/drawing/2014/main" id="{1C6B00F4-40F0-43AC-9A87-5C25A9AE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[CARD]</a:t>
            </a:r>
          </a:p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YES</a:t>
            </a:r>
          </a:p>
        </p:txBody>
      </p:sp>
      <p:sp>
        <p:nvSpPr>
          <p:cNvPr id="7" name="box-CATEGORY-13">
            <a:extLst xmlns:a="http://schemas.openxmlformats.org/drawingml/2006/main">
              <a:ext uri="{FF2B5EF4-FFF2-40B4-BE49-F238E27FC236}">
                <a16:creationId xmlns:a16="http://schemas.microsoft.com/office/drawing/2014/main" id="{4E67C68C-EF2A-4343-BDF2-D610EF07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383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field-CATEGORY-13">
            <a:extLst xmlns:a="http://schemas.openxmlformats.org/drawingml/2006/main">
              <a:ext uri="{FF2B5EF4-FFF2-40B4-BE49-F238E27FC236}">
                <a16:creationId xmlns:a16="http://schemas.microsoft.com/office/drawing/2014/main" id="{1EEE7EA5-F7F0-41E6-AEF5-8B97FBFF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7170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[CATEGORY]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여기에 카테고리 입력</a:t>
            </a:r>
          </a:p>
        </p:txBody>
      </p:sp>
      <p:sp>
        <p:nvSpPr>
          <p:cNvPr id="9" name="box-KOREAN-13">
            <a:extLst xmlns:a="http://schemas.openxmlformats.org/drawingml/2006/main">
              <a:ext uri="{FF2B5EF4-FFF2-40B4-BE49-F238E27FC236}">
                <a16:creationId xmlns:a16="http://schemas.microsoft.com/office/drawing/2014/main" id="{E5B64F5F-A22D-4BD2-AFAF-E266447D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295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field-KOREAN-13">
            <a:extLst xmlns:a="http://schemas.openxmlformats.org/drawingml/2006/main">
              <a:ext uri="{FF2B5EF4-FFF2-40B4-BE49-F238E27FC236}">
                <a16:creationId xmlns:a16="http://schemas.microsoft.com/office/drawing/2014/main" id="{35B4F6C5-1C26-4B6D-A60E-990155D8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[KOREAN]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한국어로 내가 고객에게 말하고 싶은 내용을 한 문장으로 적으세요.</a:t>
            </a:r>
          </a:p>
        </p:txBody>
      </p:sp>
      <p:sp>
        <p:nvSpPr>
          <p:cNvPr id="11" name="box-ENGLISH-13">
            <a:extLst xmlns:a="http://schemas.openxmlformats.org/drawingml/2006/main">
              <a:ext uri="{FF2B5EF4-FFF2-40B4-BE49-F238E27FC236}">
                <a16:creationId xmlns:a16="http://schemas.microsoft.com/office/drawing/2014/main" id="{56866132-3F37-4913-90FB-58B6336B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295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field-ENGLISH-13">
            <a:extLst xmlns:a="http://schemas.openxmlformats.org/drawingml/2006/main">
              <a:ext uri="{FF2B5EF4-FFF2-40B4-BE49-F238E27FC236}">
                <a16:creationId xmlns:a16="http://schemas.microsoft.com/office/drawing/2014/main" id="{69EFEFA9-B462-40B7-B249-1162E701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[ENGLISH]</a:t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Write the English sentence you want to practice.</a:t>
            </a:r>
          </a:p>
        </p:txBody>
      </p:sp>
      <p:sp>
        <p:nvSpPr>
          <p:cNvPr id="13" name="box-NOTE-13">
            <a:extLst xmlns:a="http://schemas.openxmlformats.org/drawingml/2006/main">
              <a:ext uri="{FF2B5EF4-FFF2-40B4-BE49-F238E27FC236}">
                <a16:creationId xmlns:a16="http://schemas.microsoft.com/office/drawing/2014/main" id="{0C6BDDA9-8C86-4221-AAAB-627BF56A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field-NOTE-13">
            <a:extLst xmlns:a="http://schemas.openxmlformats.org/drawingml/2006/main">
              <a:ext uri="{FF2B5EF4-FFF2-40B4-BE49-F238E27FC236}">
                <a16:creationId xmlns:a16="http://schemas.microsoft.com/office/drawing/2014/main" id="{775730E7-3BAE-4F05-88C7-CC038E3A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062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[NOTE]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언제 쓰는 표현인지, 발음 주의점, 다른 표현 등을 적으세요.</a:t>
            </a:r>
          </a:p>
        </p:txBody>
      </p:sp>
      <p:sp>
        <p:nvSpPr>
          <p:cNvPr id="15" name="footer-13">
            <a:extLst xmlns:a="http://schemas.openxmlformats.org/drawingml/2006/main">
              <a:ext uri="{FF2B5EF4-FFF2-40B4-BE49-F238E27FC236}">
                <a16:creationId xmlns:a16="http://schemas.microsoft.com/office/drawing/2014/main" id="{519251FA-6939-41E1-84D2-EDA2E17F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Duplicate this card slide when you need more cards</a:t>
            </a:r>
          </a:p>
        </p:txBody>
      </p:sp>
      <p:sp>
        <p:nvSpPr>
          <p:cNvPr id="16" name="page-13">
            <a:extLst xmlns:a="http://schemas.openxmlformats.org/drawingml/2006/main">
              <a:ext uri="{FF2B5EF4-FFF2-40B4-BE49-F238E27FC236}">
                <a16:creationId xmlns:a16="http://schemas.microsoft.com/office/drawing/2014/main" id="{FCFD99E5-3733-42DB-8873-E79D8336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392508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DD3E02A-772D-42D1-A1C7-CCB2E371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DRONE MOTOR ENGLISH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7ECF5D-6CAA-4FFD-91D9-F4D53BF0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업로드 전 이 네 가지만 확인하면 됩니다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795A9B-2AA8-40EF-B515-65842D82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check-square-0">
            <a:extLst xmlns:a="http://schemas.openxmlformats.org/drawingml/2006/main">
              <a:ext uri="{FF2B5EF4-FFF2-40B4-BE49-F238E27FC236}">
                <a16:creationId xmlns:a16="http://schemas.microsoft.com/office/drawing/2014/main" id="{D634B7EC-C461-44CF-98EB-827DDF88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5" name="check-text-0">
            <a:extLst xmlns:a="http://schemas.openxmlformats.org/drawingml/2006/main">
              <a:ext uri="{FF2B5EF4-FFF2-40B4-BE49-F238E27FC236}">
                <a16:creationId xmlns:a16="http://schemas.microsoft.com/office/drawing/2014/main" id="{7917121B-E052-4233-B5B3-A2E54484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02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실제로 가져올 카드 슬라이드만 [CARD] 값을 YES로 둡니다.</a:t>
            </a:r>
          </a:p>
        </p:txBody>
      </p:sp>
      <p:sp>
        <p:nvSpPr>
          <p:cNvPr id="6" name="check-square-1">
            <a:extLst xmlns:a="http://schemas.openxmlformats.org/drawingml/2006/main">
              <a:ext uri="{FF2B5EF4-FFF2-40B4-BE49-F238E27FC236}">
                <a16:creationId xmlns:a16="http://schemas.microsoft.com/office/drawing/2014/main" id="{AB5B812B-6F0D-439C-926F-D2186BFF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7" name="check-text-1">
            <a:extLst xmlns:a="http://schemas.openxmlformats.org/drawingml/2006/main">
              <a:ext uri="{FF2B5EF4-FFF2-40B4-BE49-F238E27FC236}">
                <a16:creationId xmlns:a16="http://schemas.microsoft.com/office/drawing/2014/main" id="{29C4D870-5257-4DF0-A828-0CF9B1BB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051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각 카드에는 [CATEGORY], [KOREAN], [ENGLISH] 내용이 모두 들어갑니다.</a:t>
            </a:r>
          </a:p>
        </p:txBody>
      </p:sp>
      <p:sp>
        <p:nvSpPr>
          <p:cNvPr id="8" name="check-square-2">
            <a:extLst xmlns:a="http://schemas.openxmlformats.org/drawingml/2006/main">
              <a:ext uri="{FF2B5EF4-FFF2-40B4-BE49-F238E27FC236}">
                <a16:creationId xmlns:a16="http://schemas.microsoft.com/office/drawing/2014/main" id="{96A6B71D-ACFB-4F20-ACB0-D1E4026F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9" name="check-text-2">
            <a:extLst xmlns:a="http://schemas.openxmlformats.org/drawingml/2006/main">
              <a:ext uri="{FF2B5EF4-FFF2-40B4-BE49-F238E27FC236}">
                <a16:creationId xmlns:a16="http://schemas.microsoft.com/office/drawing/2014/main" id="{09BBFDA1-DDF1-4D55-954D-C59E2158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099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영어 문장이 너무 길면 두 카드로 나누면 외우기 쉽습니다.</a:t>
            </a:r>
          </a:p>
        </p:txBody>
      </p:sp>
      <p:sp>
        <p:nvSpPr>
          <p:cNvPr id="10" name="check-square-3">
            <a:extLst xmlns:a="http://schemas.openxmlformats.org/drawingml/2006/main">
              <a:ext uri="{FF2B5EF4-FFF2-40B4-BE49-F238E27FC236}">
                <a16:creationId xmlns:a16="http://schemas.microsoft.com/office/drawing/2014/main" id="{7D761C80-1A59-400F-B73B-8674DDD3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11" name="check-text-3">
            <a:extLst xmlns:a="http://schemas.openxmlformats.org/drawingml/2006/main">
              <a:ext uri="{FF2B5EF4-FFF2-40B4-BE49-F238E27FC236}">
                <a16:creationId xmlns:a16="http://schemas.microsoft.com/office/drawing/2014/main" id="{2CEDA3A5-45CF-4295-A782-5DDD47F8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148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예시 슬라이드는 [CARD] NO 그대로 두거나 삭제해도 됩니다.</a:t>
            </a:r>
          </a:p>
        </p:txBody>
      </p:sp>
      <p:sp>
        <p:nvSpPr>
          <p:cNvPr id="12" name="final-note">
            <a:extLst xmlns:a="http://schemas.openxmlformats.org/drawingml/2006/main">
              <a:ext uri="{FF2B5EF4-FFF2-40B4-BE49-F238E27FC236}">
                <a16:creationId xmlns:a16="http://schemas.microsoft.com/office/drawing/2014/main" id="{82099302-A81E-45EF-898C-E824C5F6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작성 후 파일을 저장해서 프로그램 업로드 화면에 넣으면 됩니다.</a:t>
            </a:r>
          </a:p>
        </p:txBody>
      </p:sp>
      <p:sp>
        <p:nvSpPr>
          <p:cNvPr id="13" name="footer-14">
            <a:extLst xmlns:a="http://schemas.openxmlformats.org/drawingml/2006/main">
              <a:ext uri="{FF2B5EF4-FFF2-40B4-BE49-F238E27FC236}">
                <a16:creationId xmlns:a16="http://schemas.microsoft.com/office/drawing/2014/main" id="{C0A4B3C5-31F7-4929-B654-806FA152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PPT card upload template</a:t>
            </a:r>
          </a:p>
        </p:txBody>
      </p:sp>
      <p:sp>
        <p:nvSpPr>
          <p:cNvPr id="14" name="page-14">
            <a:extLst xmlns:a="http://schemas.openxmlformats.org/drawingml/2006/main">
              <a:ext uri="{FF2B5EF4-FFF2-40B4-BE49-F238E27FC236}">
                <a16:creationId xmlns:a16="http://schemas.microsoft.com/office/drawing/2014/main" id="{7BE0503F-44BE-44CC-B1B4-86980F81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337830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2026-07-04T13:21:03.6530000Z</dcterms:created>
  <dcterms:modified xsi:type="dcterms:W3CDTF">2026-07-04T13:21:03.6530000Z</dcterms:modified>
</coreProperties>
</file>